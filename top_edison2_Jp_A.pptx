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58" r:id="rId5"/>
  </p:sldIdLst>
  <p:sldSz cx="6858000" cy="9906000" type="A4"/>
  <p:notesSz cx="7104063" cy="10234613"/>
  <p:defaultTextStyle>
    <a:defPPr>
      <a:defRPr lang="ja-JP"/>
    </a:defPPr>
    <a:lvl1pPr algn="l" rtl="0" fontAlgn="base">
      <a:spcBef>
        <a:spcPct val="0"/>
      </a:spcBef>
      <a:spcAft>
        <a:spcPct val="0"/>
      </a:spcAft>
      <a:defRPr kumimoji="1" sz="2247" kern="1200">
        <a:solidFill>
          <a:schemeClr val="tx1"/>
        </a:solidFill>
        <a:latin typeface="Times New Roman" pitchFamily="18" charset="0"/>
        <a:ea typeface="ＭＳ Ｐゴシック" pitchFamily="50" charset="-128"/>
        <a:cs typeface="+mn-cs"/>
      </a:defRPr>
    </a:lvl1pPr>
    <a:lvl2pPr marL="427985" algn="l" rtl="0" fontAlgn="base">
      <a:spcBef>
        <a:spcPct val="0"/>
      </a:spcBef>
      <a:spcAft>
        <a:spcPct val="0"/>
      </a:spcAft>
      <a:defRPr kumimoji="1" sz="2247" kern="1200">
        <a:solidFill>
          <a:schemeClr val="tx1"/>
        </a:solidFill>
        <a:latin typeface="Times New Roman" pitchFamily="18" charset="0"/>
        <a:ea typeface="ＭＳ Ｐゴシック" pitchFamily="50" charset="-128"/>
        <a:cs typeface="+mn-cs"/>
      </a:defRPr>
    </a:lvl2pPr>
    <a:lvl3pPr marL="855970" algn="l" rtl="0" fontAlgn="base">
      <a:spcBef>
        <a:spcPct val="0"/>
      </a:spcBef>
      <a:spcAft>
        <a:spcPct val="0"/>
      </a:spcAft>
      <a:defRPr kumimoji="1" sz="2247" kern="1200">
        <a:solidFill>
          <a:schemeClr val="tx1"/>
        </a:solidFill>
        <a:latin typeface="Times New Roman" pitchFamily="18" charset="0"/>
        <a:ea typeface="ＭＳ Ｐゴシック" pitchFamily="50" charset="-128"/>
        <a:cs typeface="+mn-cs"/>
      </a:defRPr>
    </a:lvl3pPr>
    <a:lvl4pPr marL="1283955" algn="l" rtl="0" fontAlgn="base">
      <a:spcBef>
        <a:spcPct val="0"/>
      </a:spcBef>
      <a:spcAft>
        <a:spcPct val="0"/>
      </a:spcAft>
      <a:defRPr kumimoji="1" sz="2247" kern="1200">
        <a:solidFill>
          <a:schemeClr val="tx1"/>
        </a:solidFill>
        <a:latin typeface="Times New Roman" pitchFamily="18" charset="0"/>
        <a:ea typeface="ＭＳ Ｐゴシック" pitchFamily="50" charset="-128"/>
        <a:cs typeface="+mn-cs"/>
      </a:defRPr>
    </a:lvl4pPr>
    <a:lvl5pPr marL="1711940" algn="l" rtl="0" fontAlgn="base">
      <a:spcBef>
        <a:spcPct val="0"/>
      </a:spcBef>
      <a:spcAft>
        <a:spcPct val="0"/>
      </a:spcAft>
      <a:defRPr kumimoji="1" sz="2247" kern="1200">
        <a:solidFill>
          <a:schemeClr val="tx1"/>
        </a:solidFill>
        <a:latin typeface="Times New Roman" pitchFamily="18" charset="0"/>
        <a:ea typeface="ＭＳ Ｐゴシック" pitchFamily="50" charset="-128"/>
        <a:cs typeface="+mn-cs"/>
      </a:defRPr>
    </a:lvl5pPr>
    <a:lvl6pPr marL="2139925" algn="l" defTabSz="855970" rtl="0" eaLnBrk="1" latinLnBrk="0" hangingPunct="1">
      <a:defRPr kumimoji="1" sz="2247" kern="1200">
        <a:solidFill>
          <a:schemeClr val="tx1"/>
        </a:solidFill>
        <a:latin typeface="Times New Roman" pitchFamily="18" charset="0"/>
        <a:ea typeface="ＭＳ Ｐゴシック" pitchFamily="50" charset="-128"/>
        <a:cs typeface="+mn-cs"/>
      </a:defRPr>
    </a:lvl6pPr>
    <a:lvl7pPr marL="2567910" algn="l" defTabSz="855970" rtl="0" eaLnBrk="1" latinLnBrk="0" hangingPunct="1">
      <a:defRPr kumimoji="1" sz="2247" kern="1200">
        <a:solidFill>
          <a:schemeClr val="tx1"/>
        </a:solidFill>
        <a:latin typeface="Times New Roman" pitchFamily="18" charset="0"/>
        <a:ea typeface="ＭＳ Ｐゴシック" pitchFamily="50" charset="-128"/>
        <a:cs typeface="+mn-cs"/>
      </a:defRPr>
    </a:lvl7pPr>
    <a:lvl8pPr marL="2995894" algn="l" defTabSz="855970" rtl="0" eaLnBrk="1" latinLnBrk="0" hangingPunct="1">
      <a:defRPr kumimoji="1" sz="2247" kern="1200">
        <a:solidFill>
          <a:schemeClr val="tx1"/>
        </a:solidFill>
        <a:latin typeface="Times New Roman" pitchFamily="18" charset="0"/>
        <a:ea typeface="ＭＳ Ｐゴシック" pitchFamily="50" charset="-128"/>
        <a:cs typeface="+mn-cs"/>
      </a:defRPr>
    </a:lvl8pPr>
    <a:lvl9pPr marL="3423879" algn="l" defTabSz="855970" rtl="0" eaLnBrk="1" latinLnBrk="0" hangingPunct="1">
      <a:defRPr kumimoji="1" sz="2247" kern="1200">
        <a:solidFill>
          <a:schemeClr val="tx1"/>
        </a:solidFill>
        <a:latin typeface="Times New Roman" pitchFamily="18" charset="0"/>
        <a:ea typeface="ＭＳ Ｐゴシック" pitchFamily="50" charset="-128"/>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 uri="{2D200454-40CA-4A62-9FC3-DE9A4176ACB9}">
      <p15:notesGuideLst xmlns:p15="http://schemas.microsoft.com/office/powerpoint/2012/main">
        <p15:guide id="1" orient="horz" pos="3223"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66FFFF"/>
    <a:srgbClr val="FF0000"/>
    <a:srgbClr val="000000"/>
    <a:srgbClr val="FFFF99"/>
    <a:srgbClr val="FFFF00"/>
    <a:srgbClr val="FFCC66"/>
    <a:srgbClr val="FFFF66"/>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807" autoAdjust="0"/>
    <p:restoredTop sz="96489" autoAdjust="0"/>
  </p:normalViewPr>
  <p:slideViewPr>
    <p:cSldViewPr>
      <p:cViewPr>
        <p:scale>
          <a:sx n="150" d="100"/>
          <a:sy n="150" d="100"/>
        </p:scale>
        <p:origin x="2178" y="-324"/>
      </p:cViewPr>
      <p:guideLst>
        <p:guide orient="horz" pos="3120"/>
        <p:guide pos="216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3" d="100"/>
          <a:sy n="73" d="100"/>
        </p:scale>
        <p:origin x="-2184" y="-96"/>
      </p:cViewPr>
      <p:guideLst>
        <p:guide orient="horz" pos="3223"/>
        <p:guide pos="2237"/>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026"/>
          <p:cNvSpPr>
            <a:spLocks noGrp="1" noChangeArrowheads="1"/>
          </p:cNvSpPr>
          <p:nvPr>
            <p:ph type="hdr" sz="quarter"/>
          </p:nvPr>
        </p:nvSpPr>
        <p:spPr bwMode="auto">
          <a:xfrm>
            <a:off x="1" y="0"/>
            <a:ext cx="3078924" cy="511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77" tIns="47338" rIns="94677" bIns="47338" numCol="1" anchor="t"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4099" name="Rectangle 1027"/>
          <p:cNvSpPr>
            <a:spLocks noGrp="1" noChangeArrowheads="1"/>
          </p:cNvSpPr>
          <p:nvPr>
            <p:ph type="dt" sz="quarter" idx="1"/>
          </p:nvPr>
        </p:nvSpPr>
        <p:spPr bwMode="auto">
          <a:xfrm>
            <a:off x="4025139" y="0"/>
            <a:ext cx="3078924" cy="511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77" tIns="47338" rIns="94677" bIns="47338" numCol="1" anchor="t" anchorCtr="0" compatLnSpc="1">
            <a:prstTxWarp prst="textNoShape">
              <a:avLst/>
            </a:prstTxWarp>
          </a:bodyPr>
          <a:lstStyle>
            <a:lvl1pPr algn="r">
              <a:defRPr sz="1200">
                <a:ea typeface="ＭＳ Ｐゴシック" pitchFamily="50" charset="-128"/>
              </a:defRPr>
            </a:lvl1pPr>
          </a:lstStyle>
          <a:p>
            <a:pPr>
              <a:defRPr/>
            </a:pPr>
            <a:endParaRPr lang="en-US" altLang="ja-JP"/>
          </a:p>
        </p:txBody>
      </p:sp>
      <p:sp>
        <p:nvSpPr>
          <p:cNvPr id="4100" name="Rectangle 1028"/>
          <p:cNvSpPr>
            <a:spLocks noGrp="1" noChangeArrowheads="1"/>
          </p:cNvSpPr>
          <p:nvPr>
            <p:ph type="ftr" sz="quarter" idx="2"/>
          </p:nvPr>
        </p:nvSpPr>
        <p:spPr bwMode="auto">
          <a:xfrm>
            <a:off x="1" y="9722964"/>
            <a:ext cx="3078924" cy="511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77" tIns="47338" rIns="94677" bIns="47338" numCol="1" anchor="b"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4101" name="Rectangle 1029"/>
          <p:cNvSpPr>
            <a:spLocks noGrp="1" noChangeArrowheads="1"/>
          </p:cNvSpPr>
          <p:nvPr>
            <p:ph type="sldNum" sz="quarter" idx="3"/>
          </p:nvPr>
        </p:nvSpPr>
        <p:spPr bwMode="auto">
          <a:xfrm>
            <a:off x="4025139" y="9722964"/>
            <a:ext cx="3078924" cy="511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77" tIns="47338" rIns="94677" bIns="47338" numCol="1" anchor="b" anchorCtr="0" compatLnSpc="1">
            <a:prstTxWarp prst="textNoShape">
              <a:avLst/>
            </a:prstTxWarp>
          </a:bodyPr>
          <a:lstStyle>
            <a:lvl1pPr algn="r">
              <a:defRPr sz="1200">
                <a:ea typeface="ＭＳ Ｐゴシック" pitchFamily="50" charset="-128"/>
              </a:defRPr>
            </a:lvl1pPr>
          </a:lstStyle>
          <a:p>
            <a:pPr>
              <a:defRPr/>
            </a:pPr>
            <a:fld id="{43CCC6A4-6ECB-4D56-A309-D35DF33F03AC}" type="slidenum">
              <a:rPr lang="en-US" altLang="ja-JP"/>
              <a:pPr>
                <a:defRPr/>
              </a:pPr>
              <a:t>‹#›</a:t>
            </a:fld>
            <a:endParaRPr lang="en-US" altLang="ja-JP"/>
          </a:p>
        </p:txBody>
      </p:sp>
    </p:spTree>
    <p:extLst>
      <p:ext uri="{BB962C8B-B14F-4D97-AF65-F5344CB8AC3E}">
        <p14:creationId xmlns:p14="http://schemas.microsoft.com/office/powerpoint/2010/main" val="39085928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3078924" cy="513284"/>
          </a:xfrm>
          <a:prstGeom prst="rect">
            <a:avLst/>
          </a:prstGeom>
        </p:spPr>
        <p:txBody>
          <a:bodyPr vert="horz" lIns="94677" tIns="47338" rIns="94677" bIns="47338" rtlCol="0"/>
          <a:lstStyle>
            <a:lvl1pPr algn="l">
              <a:defRPr sz="1200"/>
            </a:lvl1pPr>
          </a:lstStyle>
          <a:p>
            <a:endParaRPr kumimoji="1" lang="ja-JP" altLang="en-US"/>
          </a:p>
        </p:txBody>
      </p:sp>
      <p:sp>
        <p:nvSpPr>
          <p:cNvPr id="3" name="日付プレースホルダー 2"/>
          <p:cNvSpPr>
            <a:spLocks noGrp="1"/>
          </p:cNvSpPr>
          <p:nvPr>
            <p:ph type="dt" idx="1"/>
          </p:nvPr>
        </p:nvSpPr>
        <p:spPr>
          <a:xfrm>
            <a:off x="4023482" y="0"/>
            <a:ext cx="3078924" cy="513284"/>
          </a:xfrm>
          <a:prstGeom prst="rect">
            <a:avLst/>
          </a:prstGeom>
        </p:spPr>
        <p:txBody>
          <a:bodyPr vert="horz" lIns="94677" tIns="47338" rIns="94677" bIns="47338" rtlCol="0"/>
          <a:lstStyle>
            <a:lvl1pPr algn="r">
              <a:defRPr sz="1200"/>
            </a:lvl1pPr>
          </a:lstStyle>
          <a:p>
            <a:fld id="{E27D8023-5EA6-4765-8B72-8BFA2FEF1586}" type="datetimeFigureOut">
              <a:rPr kumimoji="1" lang="ja-JP" altLang="en-US" smtClean="0"/>
              <a:t>2026/7/8</a:t>
            </a:fld>
            <a:endParaRPr kumimoji="1" lang="ja-JP" altLang="en-US"/>
          </a:p>
        </p:txBody>
      </p:sp>
      <p:sp>
        <p:nvSpPr>
          <p:cNvPr id="4" name="スライド イメージ プレースホルダー 3"/>
          <p:cNvSpPr>
            <a:spLocks noGrp="1" noRot="1" noChangeAspect="1"/>
          </p:cNvSpPr>
          <p:nvPr>
            <p:ph type="sldImg" idx="2"/>
          </p:nvPr>
        </p:nvSpPr>
        <p:spPr>
          <a:xfrm>
            <a:off x="2355850" y="1279525"/>
            <a:ext cx="2392363" cy="3454400"/>
          </a:xfrm>
          <a:prstGeom prst="rect">
            <a:avLst/>
          </a:prstGeom>
          <a:noFill/>
          <a:ln w="12700">
            <a:solidFill>
              <a:prstClr val="black"/>
            </a:solidFill>
          </a:ln>
        </p:spPr>
        <p:txBody>
          <a:bodyPr vert="horz" lIns="94677" tIns="47338" rIns="94677" bIns="47338" rtlCol="0" anchor="ctr"/>
          <a:lstStyle/>
          <a:p>
            <a:endParaRPr lang="ja-JP" altLang="en-US"/>
          </a:p>
        </p:txBody>
      </p:sp>
      <p:sp>
        <p:nvSpPr>
          <p:cNvPr id="5" name="ノート プレースホルダー 4"/>
          <p:cNvSpPr>
            <a:spLocks noGrp="1"/>
          </p:cNvSpPr>
          <p:nvPr>
            <p:ph type="body" sz="quarter" idx="3"/>
          </p:nvPr>
        </p:nvSpPr>
        <p:spPr>
          <a:xfrm>
            <a:off x="710905" y="4925235"/>
            <a:ext cx="5682255" cy="4029439"/>
          </a:xfrm>
          <a:prstGeom prst="rect">
            <a:avLst/>
          </a:prstGeom>
        </p:spPr>
        <p:txBody>
          <a:bodyPr vert="horz" lIns="94677" tIns="47338" rIns="94677" bIns="4733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721330"/>
            <a:ext cx="3078924" cy="513284"/>
          </a:xfrm>
          <a:prstGeom prst="rect">
            <a:avLst/>
          </a:prstGeom>
        </p:spPr>
        <p:txBody>
          <a:bodyPr vert="horz" lIns="94677" tIns="47338" rIns="94677" bIns="47338"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4023482" y="9721330"/>
            <a:ext cx="3078924" cy="513284"/>
          </a:xfrm>
          <a:prstGeom prst="rect">
            <a:avLst/>
          </a:prstGeom>
        </p:spPr>
        <p:txBody>
          <a:bodyPr vert="horz" lIns="94677" tIns="47338" rIns="94677" bIns="47338" rtlCol="0" anchor="b"/>
          <a:lstStyle>
            <a:lvl1pPr algn="r">
              <a:defRPr sz="1200"/>
            </a:lvl1pPr>
          </a:lstStyle>
          <a:p>
            <a:fld id="{6BFB2E70-5F14-43FD-A763-00B846465365}" type="slidenum">
              <a:rPr kumimoji="1" lang="ja-JP" altLang="en-US" smtClean="0"/>
              <a:t>‹#›</a:t>
            </a:fld>
            <a:endParaRPr kumimoji="1" lang="ja-JP" altLang="en-US"/>
          </a:p>
        </p:txBody>
      </p:sp>
    </p:spTree>
    <p:extLst>
      <p:ext uri="{BB962C8B-B14F-4D97-AF65-F5344CB8AC3E}">
        <p14:creationId xmlns:p14="http://schemas.microsoft.com/office/powerpoint/2010/main" val="182500293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11811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7" name="Rectangle 119"/>
          <p:cNvSpPr>
            <a:spLocks noChangeArrowheads="1"/>
          </p:cNvSpPr>
          <p:nvPr userDrawn="1"/>
        </p:nvSpPr>
        <p:spPr bwMode="auto">
          <a:xfrm>
            <a:off x="5764980" y="200410"/>
            <a:ext cx="836349" cy="216086"/>
          </a:xfrm>
          <a:prstGeom prst="rect">
            <a:avLst/>
          </a:prstGeom>
          <a:noFill/>
          <a:ln>
            <a:noFill/>
          </a:ln>
          <a:effectLst/>
        </p:spPr>
        <p:txBody>
          <a:bodyPr wrap="square" lIns="57600" tIns="46038" rIns="57600" bIns="46038">
            <a:spAutoFit/>
          </a:bodyPr>
          <a:lstStyle>
            <a:lvl1pPr defTabSz="762000" eaLnBrk="0" hangingPunct="0">
              <a:spcBef>
                <a:spcPct val="20000"/>
              </a:spcBef>
              <a:buChar char="•"/>
              <a:defRPr kumimoji="1" sz="3600">
                <a:solidFill>
                  <a:schemeClr val="tx1"/>
                </a:solidFill>
                <a:latin typeface="Times New Roman" pitchFamily="18" charset="0"/>
                <a:ea typeface="ＭＳ Ｐゴシック" pitchFamily="50" charset="-128"/>
              </a:defRPr>
            </a:lvl1pPr>
            <a:lvl2pPr marL="742950" indent="-285750" defTabSz="762000" eaLnBrk="0" hangingPunct="0">
              <a:spcBef>
                <a:spcPct val="20000"/>
              </a:spcBef>
              <a:buChar char="–"/>
              <a:defRPr kumimoji="1" sz="3100">
                <a:solidFill>
                  <a:schemeClr val="tx1"/>
                </a:solidFill>
                <a:latin typeface="Times New Roman" pitchFamily="18" charset="0"/>
                <a:ea typeface="ＭＳ Ｐゴシック" pitchFamily="50" charset="-128"/>
              </a:defRPr>
            </a:lvl2pPr>
            <a:lvl3pPr marL="1143000" indent="-228600" defTabSz="762000" eaLnBrk="0" hangingPunct="0">
              <a:spcBef>
                <a:spcPct val="20000"/>
              </a:spcBef>
              <a:buChar char="•"/>
              <a:defRPr kumimoji="1" sz="2700">
                <a:solidFill>
                  <a:schemeClr val="tx1"/>
                </a:solidFill>
                <a:latin typeface="Times New Roman" pitchFamily="18" charset="0"/>
                <a:ea typeface="ＭＳ Ｐゴシック" pitchFamily="50" charset="-128"/>
              </a:defRPr>
            </a:lvl3pPr>
            <a:lvl4pPr marL="1600200" indent="-228600" defTabSz="762000" eaLnBrk="0" hangingPunct="0">
              <a:spcBef>
                <a:spcPct val="20000"/>
              </a:spcBef>
              <a:buChar char="–"/>
              <a:defRPr kumimoji="1" sz="2200">
                <a:solidFill>
                  <a:schemeClr val="tx1"/>
                </a:solidFill>
                <a:latin typeface="Times New Roman" pitchFamily="18" charset="0"/>
                <a:ea typeface="ＭＳ Ｐゴシック" pitchFamily="50" charset="-128"/>
              </a:defRPr>
            </a:lvl4pPr>
            <a:lvl5pPr marL="2057400" indent="-228600" defTabSz="762000" eaLnBrk="0" hangingPunct="0">
              <a:spcBef>
                <a:spcPct val="20000"/>
              </a:spcBef>
              <a:buChar char="»"/>
              <a:defRPr kumimoji="1" sz="2200">
                <a:solidFill>
                  <a:schemeClr val="tx1"/>
                </a:solidFill>
                <a:latin typeface="Times New Roman" pitchFamily="18" charset="0"/>
                <a:ea typeface="ＭＳ Ｐゴシック" pitchFamily="50" charset="-128"/>
              </a:defRPr>
            </a:lvl5pPr>
            <a:lvl6pPr marL="25146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6pPr>
            <a:lvl7pPr marL="29718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7pPr>
            <a:lvl8pPr marL="34290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8pPr>
            <a:lvl9pPr marL="38862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9pPr>
          </a:lstStyle>
          <a:p>
            <a:pPr algn="r" eaLnBrk="1" hangingPunct="1">
              <a:spcBef>
                <a:spcPct val="0"/>
              </a:spcBef>
              <a:buFontTx/>
              <a:buNone/>
            </a:pPr>
            <a:r>
              <a:rPr lang="ja-JP" altLang="en-US" sz="800" b="1" dirty="0">
                <a:solidFill>
                  <a:srgbClr val="000000"/>
                </a:solidFill>
                <a:latin typeface="ＭＳ ゴシック" pitchFamily="49" charset="-128"/>
                <a:ea typeface="ＭＳ ゴシック" pitchFamily="49" charset="-128"/>
              </a:rPr>
              <a:t>１枚がベスト</a:t>
            </a:r>
          </a:p>
        </p:txBody>
      </p:sp>
      <p:pic>
        <p:nvPicPr>
          <p:cNvPr id="228" name="Picture 258" descr="DENSO_BLACK_734mm_RGB_72dpi"/>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5726" y="54799"/>
            <a:ext cx="1091866" cy="34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 name="Rectangle 114"/>
          <p:cNvSpPr>
            <a:spLocks noChangeArrowheads="1"/>
          </p:cNvSpPr>
          <p:nvPr userDrawn="1"/>
        </p:nvSpPr>
        <p:spPr bwMode="auto">
          <a:xfrm>
            <a:off x="1255229" y="161383"/>
            <a:ext cx="794084" cy="141514"/>
          </a:xfrm>
          <a:prstGeom prst="rect">
            <a:avLst/>
          </a:prstGeom>
          <a:noFill/>
          <a:ln w="12700">
            <a:solidFill>
              <a:srgbClr val="FF0000"/>
            </a:solidFill>
            <a:miter lim="800000"/>
            <a:headEnd/>
            <a:tailEnd/>
          </a:ln>
          <a:effectLst/>
        </p:spPr>
        <p:txBody>
          <a:bodyPr wrap="none" anchor="ctr"/>
          <a:lstStyle>
            <a:lvl1pPr defTabSz="762000" eaLnBrk="0" hangingPunct="0">
              <a:spcBef>
                <a:spcPct val="20000"/>
              </a:spcBef>
              <a:buChar char="•"/>
              <a:defRPr kumimoji="1" sz="3600">
                <a:solidFill>
                  <a:schemeClr val="tx1"/>
                </a:solidFill>
                <a:latin typeface="Times New Roman" pitchFamily="18" charset="0"/>
                <a:ea typeface="ＭＳ Ｐゴシック" pitchFamily="50" charset="-128"/>
              </a:defRPr>
            </a:lvl1pPr>
            <a:lvl2pPr marL="742950" indent="-285750" defTabSz="762000" eaLnBrk="0" hangingPunct="0">
              <a:spcBef>
                <a:spcPct val="20000"/>
              </a:spcBef>
              <a:buChar char="–"/>
              <a:defRPr kumimoji="1" sz="3100">
                <a:solidFill>
                  <a:schemeClr val="tx1"/>
                </a:solidFill>
                <a:latin typeface="Times New Roman" pitchFamily="18" charset="0"/>
                <a:ea typeface="ＭＳ Ｐゴシック" pitchFamily="50" charset="-128"/>
              </a:defRPr>
            </a:lvl2pPr>
            <a:lvl3pPr marL="1143000" indent="-228600" defTabSz="762000" eaLnBrk="0" hangingPunct="0">
              <a:spcBef>
                <a:spcPct val="20000"/>
              </a:spcBef>
              <a:buChar char="•"/>
              <a:defRPr kumimoji="1" sz="2700">
                <a:solidFill>
                  <a:schemeClr val="tx1"/>
                </a:solidFill>
                <a:latin typeface="Times New Roman" pitchFamily="18" charset="0"/>
                <a:ea typeface="ＭＳ Ｐゴシック" pitchFamily="50" charset="-128"/>
              </a:defRPr>
            </a:lvl3pPr>
            <a:lvl4pPr marL="1600200" indent="-228600" defTabSz="762000" eaLnBrk="0" hangingPunct="0">
              <a:spcBef>
                <a:spcPct val="20000"/>
              </a:spcBef>
              <a:buChar char="–"/>
              <a:defRPr kumimoji="1" sz="2200">
                <a:solidFill>
                  <a:schemeClr val="tx1"/>
                </a:solidFill>
                <a:latin typeface="Times New Roman" pitchFamily="18" charset="0"/>
                <a:ea typeface="ＭＳ Ｐゴシック" pitchFamily="50" charset="-128"/>
              </a:defRPr>
            </a:lvl4pPr>
            <a:lvl5pPr marL="2057400" indent="-228600" defTabSz="762000" eaLnBrk="0" hangingPunct="0">
              <a:spcBef>
                <a:spcPct val="20000"/>
              </a:spcBef>
              <a:buChar char="»"/>
              <a:defRPr kumimoji="1" sz="2200">
                <a:solidFill>
                  <a:schemeClr val="tx1"/>
                </a:solidFill>
                <a:latin typeface="Times New Roman" pitchFamily="18" charset="0"/>
                <a:ea typeface="ＭＳ Ｐゴシック" pitchFamily="50" charset="-128"/>
              </a:defRPr>
            </a:lvl5pPr>
            <a:lvl6pPr marL="25146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6pPr>
            <a:lvl7pPr marL="29718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7pPr>
            <a:lvl8pPr marL="34290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8pPr>
            <a:lvl9pPr marL="38862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9pPr>
          </a:lstStyle>
          <a:p>
            <a:pPr algn="ctr" fontAlgn="t" hangingPunct="1">
              <a:spcBef>
                <a:spcPct val="0"/>
              </a:spcBef>
              <a:buFontTx/>
              <a:buNone/>
            </a:pPr>
            <a:r>
              <a:rPr lang="en-US" altLang="ja-JP" sz="800" b="1" i="1" dirty="0">
                <a:solidFill>
                  <a:srgbClr val="FF0000"/>
                </a:solidFill>
                <a:ea typeface="ＭＳ ゴシック" pitchFamily="49" charset="-128"/>
              </a:rPr>
              <a:t>CONFIDENTIAL</a:t>
            </a:r>
          </a:p>
        </p:txBody>
      </p:sp>
      <p:sp>
        <p:nvSpPr>
          <p:cNvPr id="67" name="Remarks"/>
          <p:cNvSpPr/>
          <p:nvPr userDrawn="1"/>
        </p:nvSpPr>
        <p:spPr>
          <a:xfrm>
            <a:off x="145203" y="9068943"/>
            <a:ext cx="6559200" cy="492569"/>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42" name="RemarksLabel"/>
          <p:cNvSpPr/>
          <p:nvPr userDrawn="1"/>
        </p:nvSpPr>
        <p:spPr>
          <a:xfrm>
            <a:off x="139136" y="9072196"/>
            <a:ext cx="414000"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所　見</a:t>
            </a:r>
          </a:p>
        </p:txBody>
      </p:sp>
      <p:sp>
        <p:nvSpPr>
          <p:cNvPr id="35" name="ConclusionLabel"/>
          <p:cNvSpPr/>
          <p:nvPr userDrawn="1"/>
        </p:nvSpPr>
        <p:spPr>
          <a:xfrm>
            <a:off x="144000" y="3553341"/>
            <a:ext cx="414000"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結　論</a:t>
            </a:r>
          </a:p>
        </p:txBody>
      </p:sp>
      <p:sp>
        <p:nvSpPr>
          <p:cNvPr id="36" name="ResultLabel"/>
          <p:cNvSpPr/>
          <p:nvPr userDrawn="1"/>
        </p:nvSpPr>
        <p:spPr>
          <a:xfrm>
            <a:off x="144000" y="4194749"/>
            <a:ext cx="414000"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概　要</a:t>
            </a:r>
          </a:p>
        </p:txBody>
      </p:sp>
      <p:sp>
        <p:nvSpPr>
          <p:cNvPr id="34" name="PurposeLabel"/>
          <p:cNvSpPr/>
          <p:nvPr userDrawn="1"/>
        </p:nvSpPr>
        <p:spPr>
          <a:xfrm>
            <a:off x="143996" y="2911698"/>
            <a:ext cx="414000"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目　的</a:t>
            </a:r>
          </a:p>
        </p:txBody>
      </p:sp>
      <p:sp>
        <p:nvSpPr>
          <p:cNvPr id="32" name="RelatedDocumentsNoLabel"/>
          <p:cNvSpPr/>
          <p:nvPr userDrawn="1"/>
        </p:nvSpPr>
        <p:spPr>
          <a:xfrm>
            <a:off x="5047200" y="2910883"/>
            <a:ext cx="1656603"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関連文書番号</a:t>
            </a:r>
          </a:p>
        </p:txBody>
      </p:sp>
      <p:sp>
        <p:nvSpPr>
          <p:cNvPr id="64" name="CoResearcher3Affilication"/>
          <p:cNvSpPr/>
          <p:nvPr userDrawn="1"/>
        </p:nvSpPr>
        <p:spPr>
          <a:xfrm>
            <a:off x="2563200" y="2748883"/>
            <a:ext cx="4140000"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60" name="CoResearcher3Name"/>
          <p:cNvSpPr/>
          <p:nvPr userDrawn="1"/>
        </p:nvSpPr>
        <p:spPr>
          <a:xfrm>
            <a:off x="907200" y="2748883"/>
            <a:ext cx="1656000" cy="162602"/>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63" name="CoResearcher2Affilication"/>
          <p:cNvSpPr/>
          <p:nvPr userDrawn="1"/>
        </p:nvSpPr>
        <p:spPr>
          <a:xfrm>
            <a:off x="2563200" y="2586883"/>
            <a:ext cx="4140000"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59" name="CoResearcher2Name"/>
          <p:cNvSpPr/>
          <p:nvPr userDrawn="1"/>
        </p:nvSpPr>
        <p:spPr>
          <a:xfrm>
            <a:off x="907199" y="2586883"/>
            <a:ext cx="1656000" cy="162602"/>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62" name="CoResearcher1Affilication"/>
          <p:cNvSpPr/>
          <p:nvPr userDrawn="1"/>
        </p:nvSpPr>
        <p:spPr>
          <a:xfrm>
            <a:off x="2563200" y="2426400"/>
            <a:ext cx="4140000" cy="163593"/>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58" name="CoResearcher1Name"/>
          <p:cNvSpPr/>
          <p:nvPr userDrawn="1"/>
        </p:nvSpPr>
        <p:spPr>
          <a:xfrm>
            <a:off x="907199" y="2424883"/>
            <a:ext cx="1656000" cy="162602"/>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22" name="CoResearchersLabel"/>
          <p:cNvSpPr/>
          <p:nvPr userDrawn="1"/>
        </p:nvSpPr>
        <p:spPr>
          <a:xfrm>
            <a:off x="143996" y="2425953"/>
            <a:ext cx="763045" cy="486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共同研究者</a:t>
            </a:r>
            <a:r>
              <a:rPr kumimoji="1" lang="en-US" altLang="ja-JP" sz="1000" b="0" dirty="0">
                <a:solidFill>
                  <a:srgbClr val="000000"/>
                </a:solidFill>
                <a:latin typeface="ＭＳ Ｐゴシック" panose="020B0600070205080204" pitchFamily="50" charset="-128"/>
                <a:ea typeface="ＭＳ Ｐゴシック" panose="020B0600070205080204" pitchFamily="50" charset="-128"/>
              </a:rPr>
              <a:t>/</a:t>
            </a:r>
          </a:p>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出張同行者</a:t>
            </a:r>
          </a:p>
        </p:txBody>
      </p:sp>
      <p:sp>
        <p:nvSpPr>
          <p:cNvPr id="61" name="AuthorsAffilication"/>
          <p:cNvSpPr/>
          <p:nvPr userDrawn="1"/>
        </p:nvSpPr>
        <p:spPr>
          <a:xfrm>
            <a:off x="2563200" y="2259283"/>
            <a:ext cx="4140000" cy="1656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57" name="AuthorName"/>
          <p:cNvSpPr/>
          <p:nvPr userDrawn="1"/>
        </p:nvSpPr>
        <p:spPr>
          <a:xfrm>
            <a:off x="907199" y="2259283"/>
            <a:ext cx="1656000" cy="1656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21" name="AuthorLabel"/>
          <p:cNvSpPr/>
          <p:nvPr userDrawn="1"/>
        </p:nvSpPr>
        <p:spPr>
          <a:xfrm>
            <a:off x="144000" y="2260800"/>
            <a:ext cx="763047" cy="166111"/>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作成者</a:t>
            </a:r>
          </a:p>
        </p:txBody>
      </p:sp>
      <p:sp>
        <p:nvSpPr>
          <p:cNvPr id="51" name="ConsentCheck1Input"/>
          <p:cNvSpPr/>
          <p:nvPr userDrawn="1"/>
        </p:nvSpPr>
        <p:spPr>
          <a:xfrm>
            <a:off x="5876050" y="1791283"/>
            <a:ext cx="828000" cy="468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39" name="ConsentCheck1Label"/>
          <p:cNvSpPr/>
          <p:nvPr userDrawn="1"/>
        </p:nvSpPr>
        <p:spPr>
          <a:xfrm>
            <a:off x="5870951" y="1788266"/>
            <a:ext cx="306000" cy="15593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b="0" dirty="0">
                <a:solidFill>
                  <a:srgbClr val="000000"/>
                </a:solidFill>
                <a:latin typeface="ＭＳ Ｐゴシック" panose="020B0600070205080204" pitchFamily="50" charset="-128"/>
                <a:ea typeface="ＭＳ Ｐゴシック" panose="020B0600070205080204" pitchFamily="50" charset="-128"/>
              </a:rPr>
              <a:t>検討</a:t>
            </a:r>
          </a:p>
        </p:txBody>
      </p:sp>
      <p:sp>
        <p:nvSpPr>
          <p:cNvPr id="50" name="ConsentCheck2Input"/>
          <p:cNvSpPr/>
          <p:nvPr userDrawn="1"/>
        </p:nvSpPr>
        <p:spPr>
          <a:xfrm>
            <a:off x="5047200" y="1789690"/>
            <a:ext cx="828000" cy="468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38" name="ConsentCheck2Label"/>
          <p:cNvSpPr/>
          <p:nvPr userDrawn="1"/>
        </p:nvSpPr>
        <p:spPr>
          <a:xfrm>
            <a:off x="5050296" y="1787809"/>
            <a:ext cx="306000" cy="15593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b="0" dirty="0">
                <a:solidFill>
                  <a:srgbClr val="000000"/>
                </a:solidFill>
                <a:latin typeface="ＭＳ Ｐゴシック" panose="020B0600070205080204" pitchFamily="50" charset="-128"/>
                <a:ea typeface="ＭＳ Ｐゴシック" panose="020B0600070205080204" pitchFamily="50" charset="-128"/>
              </a:rPr>
              <a:t>検討</a:t>
            </a:r>
          </a:p>
        </p:txBody>
      </p:sp>
      <p:sp>
        <p:nvSpPr>
          <p:cNvPr id="49" name="ConsentApproverInput"/>
          <p:cNvSpPr/>
          <p:nvPr userDrawn="1"/>
        </p:nvSpPr>
        <p:spPr>
          <a:xfrm>
            <a:off x="4219200" y="1789689"/>
            <a:ext cx="828000" cy="468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37" name="ConsentApproverLabel"/>
          <p:cNvSpPr/>
          <p:nvPr userDrawn="1"/>
        </p:nvSpPr>
        <p:spPr>
          <a:xfrm>
            <a:off x="4214951" y="1787809"/>
            <a:ext cx="306000" cy="15593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b="0" dirty="0">
                <a:solidFill>
                  <a:srgbClr val="000000"/>
                </a:solidFill>
                <a:latin typeface="ＭＳ Ｐゴシック" panose="020B0600070205080204" pitchFamily="50" charset="-128"/>
                <a:ea typeface="ＭＳ Ｐゴシック" panose="020B0600070205080204" pitchFamily="50" charset="-128"/>
              </a:rPr>
              <a:t>承認</a:t>
            </a:r>
          </a:p>
        </p:txBody>
      </p:sp>
      <p:sp>
        <p:nvSpPr>
          <p:cNvPr id="18" name="ConsentOfRelatedSectionsLabel"/>
          <p:cNvSpPr/>
          <p:nvPr userDrawn="1"/>
        </p:nvSpPr>
        <p:spPr>
          <a:xfrm>
            <a:off x="4219200" y="1630800"/>
            <a:ext cx="2484000" cy="1584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関係部署（合意）</a:t>
            </a:r>
          </a:p>
        </p:txBody>
      </p:sp>
      <p:sp>
        <p:nvSpPr>
          <p:cNvPr id="48" name="AuthorsDivCheck1Input"/>
          <p:cNvSpPr/>
          <p:nvPr userDrawn="1"/>
        </p:nvSpPr>
        <p:spPr>
          <a:xfrm>
            <a:off x="3391200" y="1791283"/>
            <a:ext cx="828000" cy="468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40" name="AuthorsDivCheck1Label"/>
          <p:cNvSpPr/>
          <p:nvPr userDrawn="1"/>
        </p:nvSpPr>
        <p:spPr>
          <a:xfrm>
            <a:off x="3390157" y="1788095"/>
            <a:ext cx="306000" cy="15593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b="0" dirty="0">
                <a:solidFill>
                  <a:srgbClr val="000000"/>
                </a:solidFill>
                <a:latin typeface="ＭＳ Ｐゴシック" panose="020B0600070205080204" pitchFamily="50" charset="-128"/>
                <a:ea typeface="ＭＳ Ｐゴシック" panose="020B0600070205080204" pitchFamily="50" charset="-128"/>
              </a:rPr>
              <a:t>検討</a:t>
            </a:r>
          </a:p>
        </p:txBody>
      </p:sp>
      <p:sp>
        <p:nvSpPr>
          <p:cNvPr id="47" name="AuthorsDivCheck2Input"/>
          <p:cNvSpPr/>
          <p:nvPr userDrawn="1"/>
        </p:nvSpPr>
        <p:spPr>
          <a:xfrm>
            <a:off x="2563200" y="1791469"/>
            <a:ext cx="828000" cy="468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41" name="AuthorsDivCheck2Label"/>
          <p:cNvSpPr/>
          <p:nvPr userDrawn="1"/>
        </p:nvSpPr>
        <p:spPr>
          <a:xfrm>
            <a:off x="2565363" y="1790350"/>
            <a:ext cx="306000" cy="15593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b="0" dirty="0">
                <a:solidFill>
                  <a:srgbClr val="000000"/>
                </a:solidFill>
                <a:latin typeface="ＭＳ Ｐゴシック" panose="020B0600070205080204" pitchFamily="50" charset="-128"/>
                <a:ea typeface="ＭＳ Ｐゴシック" panose="020B0600070205080204" pitchFamily="50" charset="-128"/>
              </a:rPr>
              <a:t>検討</a:t>
            </a:r>
          </a:p>
        </p:txBody>
      </p:sp>
      <p:sp>
        <p:nvSpPr>
          <p:cNvPr id="46" name="AuthorsDivCheck3Input"/>
          <p:cNvSpPr/>
          <p:nvPr userDrawn="1"/>
        </p:nvSpPr>
        <p:spPr>
          <a:xfrm>
            <a:off x="1735200" y="1792375"/>
            <a:ext cx="828000" cy="468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20" name="AuthorsDivCheck3Label"/>
          <p:cNvSpPr/>
          <p:nvPr userDrawn="1"/>
        </p:nvSpPr>
        <p:spPr>
          <a:xfrm>
            <a:off x="1733732" y="1788095"/>
            <a:ext cx="306000" cy="15593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b="0" dirty="0">
                <a:solidFill>
                  <a:srgbClr val="000000"/>
                </a:solidFill>
                <a:latin typeface="ＭＳ Ｐゴシック" panose="020B0600070205080204" pitchFamily="50" charset="-128"/>
                <a:ea typeface="ＭＳ Ｐゴシック" panose="020B0600070205080204" pitchFamily="50" charset="-128"/>
              </a:rPr>
              <a:t>検討</a:t>
            </a:r>
          </a:p>
        </p:txBody>
      </p:sp>
      <p:sp>
        <p:nvSpPr>
          <p:cNvPr id="44" name="AuthorsDivApprover"/>
          <p:cNvSpPr/>
          <p:nvPr userDrawn="1"/>
        </p:nvSpPr>
        <p:spPr>
          <a:xfrm>
            <a:off x="907200" y="1791283"/>
            <a:ext cx="828000" cy="468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19" name="AuthorsDivApproverLabel"/>
          <p:cNvSpPr/>
          <p:nvPr userDrawn="1"/>
        </p:nvSpPr>
        <p:spPr>
          <a:xfrm>
            <a:off x="915607" y="1788095"/>
            <a:ext cx="306000" cy="15593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b="0" dirty="0">
                <a:solidFill>
                  <a:srgbClr val="000000"/>
                </a:solidFill>
                <a:latin typeface="ＭＳ Ｐゴシック" panose="020B0600070205080204" pitchFamily="50" charset="-128"/>
                <a:ea typeface="ＭＳ Ｐゴシック" panose="020B0600070205080204" pitchFamily="50" charset="-128"/>
              </a:rPr>
              <a:t>承認</a:t>
            </a:r>
          </a:p>
        </p:txBody>
      </p:sp>
      <p:sp>
        <p:nvSpPr>
          <p:cNvPr id="17" name="AuthorsDivLabel"/>
          <p:cNvSpPr/>
          <p:nvPr userDrawn="1"/>
        </p:nvSpPr>
        <p:spPr>
          <a:xfrm>
            <a:off x="907200" y="1631097"/>
            <a:ext cx="3312000" cy="1584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作成部署</a:t>
            </a:r>
          </a:p>
        </p:txBody>
      </p:sp>
      <p:sp>
        <p:nvSpPr>
          <p:cNvPr id="16" name="ApprovalRouteLabel"/>
          <p:cNvSpPr/>
          <p:nvPr userDrawn="1"/>
        </p:nvSpPr>
        <p:spPr>
          <a:xfrm>
            <a:off x="144000" y="1630800"/>
            <a:ext cx="763046" cy="630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承認経路</a:t>
            </a:r>
          </a:p>
        </p:txBody>
      </p:sp>
      <p:sp>
        <p:nvSpPr>
          <p:cNvPr id="56" name="EndDateInput"/>
          <p:cNvSpPr/>
          <p:nvPr userDrawn="1"/>
        </p:nvSpPr>
        <p:spPr>
          <a:xfrm>
            <a:off x="5364000" y="1461599"/>
            <a:ext cx="1339200" cy="1692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15" name="EndDateLabel"/>
          <p:cNvSpPr/>
          <p:nvPr userDrawn="1"/>
        </p:nvSpPr>
        <p:spPr>
          <a:xfrm>
            <a:off x="4867200" y="1461600"/>
            <a:ext cx="496800" cy="1692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完了日</a:t>
            </a:r>
          </a:p>
        </p:txBody>
      </p:sp>
      <p:sp>
        <p:nvSpPr>
          <p:cNvPr id="55" name="StartDateInput"/>
          <p:cNvSpPr/>
          <p:nvPr userDrawn="1"/>
        </p:nvSpPr>
        <p:spPr>
          <a:xfrm>
            <a:off x="5364000" y="1296000"/>
            <a:ext cx="1339200" cy="1656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14" name="StartDateLabel"/>
          <p:cNvSpPr/>
          <p:nvPr userDrawn="1"/>
        </p:nvSpPr>
        <p:spPr>
          <a:xfrm>
            <a:off x="4219200" y="1296000"/>
            <a:ext cx="648000" cy="3348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研究・出張</a:t>
            </a:r>
          </a:p>
        </p:txBody>
      </p:sp>
      <p:sp>
        <p:nvSpPr>
          <p:cNvPr id="54" name="ProjectNoInput"/>
          <p:cNvSpPr/>
          <p:nvPr userDrawn="1"/>
        </p:nvSpPr>
        <p:spPr>
          <a:xfrm>
            <a:off x="5364000" y="972000"/>
            <a:ext cx="1339200"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13" name="ProjectNoLabel"/>
          <p:cNvSpPr/>
          <p:nvPr userDrawn="1"/>
        </p:nvSpPr>
        <p:spPr>
          <a:xfrm>
            <a:off x="4219200" y="972000"/>
            <a:ext cx="1144800"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発行日</a:t>
            </a:r>
          </a:p>
        </p:txBody>
      </p:sp>
      <p:sp>
        <p:nvSpPr>
          <p:cNvPr id="53" name="IssueDateInput"/>
          <p:cNvSpPr/>
          <p:nvPr userDrawn="1"/>
        </p:nvSpPr>
        <p:spPr>
          <a:xfrm>
            <a:off x="5364000" y="1134000"/>
            <a:ext cx="1339200"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12" name="IssueDateLabel"/>
          <p:cNvSpPr/>
          <p:nvPr userDrawn="1"/>
        </p:nvSpPr>
        <p:spPr>
          <a:xfrm>
            <a:off x="4219200" y="1134000"/>
            <a:ext cx="1144800"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プロジェクト番号</a:t>
            </a:r>
          </a:p>
        </p:txBody>
      </p:sp>
      <p:sp>
        <p:nvSpPr>
          <p:cNvPr id="52" name="ReportNoInput"/>
          <p:cNvSpPr/>
          <p:nvPr userDrawn="1"/>
        </p:nvSpPr>
        <p:spPr>
          <a:xfrm>
            <a:off x="5364000" y="810000"/>
            <a:ext cx="1339200"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11" name="ReportNoLabel"/>
          <p:cNvSpPr/>
          <p:nvPr userDrawn="1"/>
        </p:nvSpPr>
        <p:spPr>
          <a:xfrm>
            <a:off x="4219200" y="810000"/>
            <a:ext cx="1144800"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報告番号</a:t>
            </a:r>
          </a:p>
        </p:txBody>
      </p:sp>
      <p:sp>
        <p:nvSpPr>
          <p:cNvPr id="45" name="ReportCategoryInput"/>
          <p:cNvSpPr/>
          <p:nvPr userDrawn="1"/>
        </p:nvSpPr>
        <p:spPr>
          <a:xfrm>
            <a:off x="5364000" y="648000"/>
            <a:ext cx="1339200"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10" name="ReportCategoryLabel"/>
          <p:cNvSpPr/>
          <p:nvPr userDrawn="1"/>
        </p:nvSpPr>
        <p:spPr>
          <a:xfrm>
            <a:off x="4217764" y="648000"/>
            <a:ext cx="1144800"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報告分野</a:t>
            </a:r>
          </a:p>
        </p:txBody>
      </p:sp>
      <p:sp>
        <p:nvSpPr>
          <p:cNvPr id="27" name="PageLabel"/>
          <p:cNvSpPr/>
          <p:nvPr userDrawn="1"/>
        </p:nvSpPr>
        <p:spPr>
          <a:xfrm>
            <a:off x="5870632" y="486000"/>
            <a:ext cx="392985"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00" b="0" dirty="0">
                <a:solidFill>
                  <a:srgbClr val="000000"/>
                </a:solidFill>
                <a:latin typeface="ＭＳ Ｐゴシック" panose="020B0600070205080204" pitchFamily="50" charset="-128"/>
                <a:ea typeface="ＭＳ Ｐゴシック" panose="020B0600070205080204" pitchFamily="50" charset="-128"/>
              </a:rPr>
              <a:t>Page</a:t>
            </a: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65" name="BusinessTripInput"/>
          <p:cNvSpPr/>
          <p:nvPr userDrawn="1"/>
        </p:nvSpPr>
        <p:spPr>
          <a:xfrm>
            <a:off x="5362303" y="486000"/>
            <a:ext cx="511656"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9" name="BusinessTripLabel"/>
          <p:cNvSpPr/>
          <p:nvPr userDrawn="1"/>
        </p:nvSpPr>
        <p:spPr>
          <a:xfrm>
            <a:off x="4219200" y="486000"/>
            <a:ext cx="1144800"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海外出張</a:t>
            </a:r>
          </a:p>
        </p:txBody>
      </p:sp>
      <p:sp>
        <p:nvSpPr>
          <p:cNvPr id="33" name="TitleLabel"/>
          <p:cNvSpPr/>
          <p:nvPr userDrawn="1"/>
        </p:nvSpPr>
        <p:spPr>
          <a:xfrm>
            <a:off x="143996" y="960970"/>
            <a:ext cx="414000"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表　題</a:t>
            </a:r>
          </a:p>
        </p:txBody>
      </p:sp>
      <p:sp>
        <p:nvSpPr>
          <p:cNvPr id="8" name="TechnicalReportLabel"/>
          <p:cNvSpPr/>
          <p:nvPr userDrawn="1"/>
        </p:nvSpPr>
        <p:spPr>
          <a:xfrm>
            <a:off x="144501" y="486000"/>
            <a:ext cx="4075200" cy="486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rgbClr val="000000"/>
                </a:solidFill>
                <a:latin typeface="ＭＳ Ｐゴシック" panose="020B0600070205080204" pitchFamily="50" charset="-128"/>
                <a:ea typeface="ＭＳ Ｐゴシック" panose="020B0600070205080204" pitchFamily="50" charset="-128"/>
              </a:rPr>
              <a:t>試　験　研　究　報　告　書</a:t>
            </a:r>
          </a:p>
        </p:txBody>
      </p:sp>
      <p:sp>
        <p:nvSpPr>
          <p:cNvPr id="73" name="OuterFrame"/>
          <p:cNvSpPr/>
          <p:nvPr userDrawn="1"/>
        </p:nvSpPr>
        <p:spPr>
          <a:xfrm>
            <a:off x="144000" y="484884"/>
            <a:ext cx="6559200" cy="9076628"/>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400" b="1" dirty="0">
              <a:solidFill>
                <a:srgbClr val="000000"/>
              </a:solidFill>
              <a:latin typeface="Meiryo UI" panose="020B0604030504040204" pitchFamily="50" charset="-128"/>
              <a:ea typeface="Meiryo UI" panose="020B0604030504040204" pitchFamily="50" charset="-128"/>
            </a:endParaRPr>
          </a:p>
        </p:txBody>
      </p:sp>
      <p:sp>
        <p:nvSpPr>
          <p:cNvPr id="66" name="PageLabel"/>
          <p:cNvSpPr/>
          <p:nvPr userDrawn="1"/>
        </p:nvSpPr>
        <p:spPr>
          <a:xfrm>
            <a:off x="6263617" y="486000"/>
            <a:ext cx="439684" cy="162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70" name="EndDateLabel"/>
          <p:cNvSpPr/>
          <p:nvPr userDrawn="1"/>
        </p:nvSpPr>
        <p:spPr>
          <a:xfrm>
            <a:off x="4867200" y="1296000"/>
            <a:ext cx="496800" cy="1656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000" b="0" dirty="0">
                <a:solidFill>
                  <a:srgbClr val="000000"/>
                </a:solidFill>
                <a:latin typeface="ＭＳ Ｐゴシック" panose="020B0600070205080204" pitchFamily="50" charset="-128"/>
                <a:ea typeface="ＭＳ Ｐゴシック" panose="020B0600070205080204" pitchFamily="50" charset="-128"/>
              </a:rPr>
              <a:t>開始日</a:t>
            </a:r>
          </a:p>
        </p:txBody>
      </p:sp>
      <p:sp>
        <p:nvSpPr>
          <p:cNvPr id="71" name="CoResearcher2Name"/>
          <p:cNvSpPr/>
          <p:nvPr userDrawn="1"/>
        </p:nvSpPr>
        <p:spPr>
          <a:xfrm>
            <a:off x="144000" y="2910883"/>
            <a:ext cx="4903200" cy="6516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72" name="CoResearcher2Name"/>
          <p:cNvSpPr/>
          <p:nvPr userDrawn="1"/>
        </p:nvSpPr>
        <p:spPr>
          <a:xfrm>
            <a:off x="5046366" y="3072883"/>
            <a:ext cx="1656833" cy="4896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74" name="CoResearcher2Name"/>
          <p:cNvSpPr/>
          <p:nvPr userDrawn="1"/>
        </p:nvSpPr>
        <p:spPr>
          <a:xfrm>
            <a:off x="142563" y="3564000"/>
            <a:ext cx="6560636" cy="63000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1000" b="0" dirty="0">
              <a:solidFill>
                <a:srgbClr val="000000"/>
              </a:solidFill>
              <a:latin typeface="ＭＳ Ｐゴシック" panose="020B0600070205080204" pitchFamily="50" charset="-128"/>
              <a:ea typeface="ＭＳ Ｐゴシック" panose="020B0600070205080204" pitchFamily="50" charset="-128"/>
            </a:endParaRPr>
          </a:p>
        </p:txBody>
      </p:sp>
      <p:sp>
        <p:nvSpPr>
          <p:cNvPr id="68" name="Rectangle 113"/>
          <p:cNvSpPr>
            <a:spLocks noChangeArrowheads="1"/>
          </p:cNvSpPr>
          <p:nvPr userDrawn="1"/>
        </p:nvSpPr>
        <p:spPr bwMode="auto">
          <a:xfrm>
            <a:off x="722040" y="9681269"/>
            <a:ext cx="56515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spcBef>
                <a:spcPct val="20000"/>
              </a:spcBef>
              <a:buChar char="•"/>
              <a:defRPr kumimoji="1" sz="3600">
                <a:solidFill>
                  <a:schemeClr val="tx1"/>
                </a:solidFill>
                <a:latin typeface="Times New Roman" pitchFamily="18" charset="0"/>
                <a:ea typeface="ＭＳ Ｐゴシック" pitchFamily="50" charset="-128"/>
              </a:defRPr>
            </a:lvl1pPr>
            <a:lvl2pPr marL="742950" indent="-285750" defTabSz="762000" eaLnBrk="0" hangingPunct="0">
              <a:spcBef>
                <a:spcPct val="20000"/>
              </a:spcBef>
              <a:buChar char="–"/>
              <a:defRPr kumimoji="1" sz="3100">
                <a:solidFill>
                  <a:schemeClr val="tx1"/>
                </a:solidFill>
                <a:latin typeface="Times New Roman" pitchFamily="18" charset="0"/>
                <a:ea typeface="ＭＳ Ｐゴシック" pitchFamily="50" charset="-128"/>
              </a:defRPr>
            </a:lvl2pPr>
            <a:lvl3pPr marL="1143000" indent="-228600" defTabSz="762000" eaLnBrk="0" hangingPunct="0">
              <a:spcBef>
                <a:spcPct val="20000"/>
              </a:spcBef>
              <a:buChar char="•"/>
              <a:defRPr kumimoji="1" sz="2700">
                <a:solidFill>
                  <a:schemeClr val="tx1"/>
                </a:solidFill>
                <a:latin typeface="Times New Roman" pitchFamily="18" charset="0"/>
                <a:ea typeface="ＭＳ Ｐゴシック" pitchFamily="50" charset="-128"/>
              </a:defRPr>
            </a:lvl3pPr>
            <a:lvl4pPr marL="1600200" indent="-228600" defTabSz="762000" eaLnBrk="0" hangingPunct="0">
              <a:spcBef>
                <a:spcPct val="20000"/>
              </a:spcBef>
              <a:buChar char="–"/>
              <a:defRPr kumimoji="1" sz="2200">
                <a:solidFill>
                  <a:schemeClr val="tx1"/>
                </a:solidFill>
                <a:latin typeface="Times New Roman" pitchFamily="18" charset="0"/>
                <a:ea typeface="ＭＳ Ｐゴシック" pitchFamily="50" charset="-128"/>
              </a:defRPr>
            </a:lvl4pPr>
            <a:lvl5pPr marL="2057400" indent="-228600" defTabSz="762000" eaLnBrk="0" hangingPunct="0">
              <a:spcBef>
                <a:spcPct val="20000"/>
              </a:spcBef>
              <a:buChar char="»"/>
              <a:defRPr kumimoji="1" sz="2200">
                <a:solidFill>
                  <a:schemeClr val="tx1"/>
                </a:solidFill>
                <a:latin typeface="Times New Roman" pitchFamily="18" charset="0"/>
                <a:ea typeface="ＭＳ Ｐゴシック" pitchFamily="50" charset="-128"/>
              </a:defRPr>
            </a:lvl5pPr>
            <a:lvl6pPr marL="25146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6pPr>
            <a:lvl7pPr marL="29718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7pPr>
            <a:lvl8pPr marL="34290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8pPr>
            <a:lvl9pPr marL="38862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500" dirty="0">
                <a:solidFill>
                  <a:srgbClr val="000000"/>
                </a:solidFill>
                <a:latin typeface="ＭＳ ゴシック" pitchFamily="49" charset="-128"/>
                <a:ea typeface="ＭＳ ゴシック" pitchFamily="49" charset="-128"/>
              </a:rPr>
              <a:t>（永久保管）</a:t>
            </a:r>
          </a:p>
        </p:txBody>
      </p:sp>
      <p:sp>
        <p:nvSpPr>
          <p:cNvPr id="69" name="Rectangle 115"/>
          <p:cNvSpPr>
            <a:spLocks noChangeArrowheads="1"/>
          </p:cNvSpPr>
          <p:nvPr userDrawn="1"/>
        </p:nvSpPr>
        <p:spPr bwMode="auto">
          <a:xfrm>
            <a:off x="188640" y="9573319"/>
            <a:ext cx="193675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spcBef>
                <a:spcPct val="20000"/>
              </a:spcBef>
              <a:buChar char="•"/>
              <a:defRPr kumimoji="1" sz="3600">
                <a:solidFill>
                  <a:schemeClr val="tx1"/>
                </a:solidFill>
                <a:latin typeface="Times New Roman" pitchFamily="18" charset="0"/>
                <a:ea typeface="ＭＳ Ｐゴシック" pitchFamily="50" charset="-128"/>
              </a:defRPr>
            </a:lvl1pPr>
            <a:lvl2pPr marL="742950" indent="-285750" defTabSz="762000" eaLnBrk="0" hangingPunct="0">
              <a:spcBef>
                <a:spcPct val="20000"/>
              </a:spcBef>
              <a:buChar char="–"/>
              <a:defRPr kumimoji="1" sz="3100">
                <a:solidFill>
                  <a:schemeClr val="tx1"/>
                </a:solidFill>
                <a:latin typeface="Times New Roman" pitchFamily="18" charset="0"/>
                <a:ea typeface="ＭＳ Ｐゴシック" pitchFamily="50" charset="-128"/>
              </a:defRPr>
            </a:lvl2pPr>
            <a:lvl3pPr marL="1143000" indent="-228600" defTabSz="762000" eaLnBrk="0" hangingPunct="0">
              <a:spcBef>
                <a:spcPct val="20000"/>
              </a:spcBef>
              <a:buChar char="•"/>
              <a:defRPr kumimoji="1" sz="2700">
                <a:solidFill>
                  <a:schemeClr val="tx1"/>
                </a:solidFill>
                <a:latin typeface="Times New Roman" pitchFamily="18" charset="0"/>
                <a:ea typeface="ＭＳ Ｐゴシック" pitchFamily="50" charset="-128"/>
              </a:defRPr>
            </a:lvl3pPr>
            <a:lvl4pPr marL="1600200" indent="-228600" defTabSz="762000" eaLnBrk="0" hangingPunct="0">
              <a:spcBef>
                <a:spcPct val="20000"/>
              </a:spcBef>
              <a:buChar char="–"/>
              <a:defRPr kumimoji="1" sz="2200">
                <a:solidFill>
                  <a:schemeClr val="tx1"/>
                </a:solidFill>
                <a:latin typeface="Times New Roman" pitchFamily="18" charset="0"/>
                <a:ea typeface="ＭＳ Ｐゴシック" pitchFamily="50" charset="-128"/>
              </a:defRPr>
            </a:lvl4pPr>
            <a:lvl5pPr marL="2057400" indent="-228600" defTabSz="762000" eaLnBrk="0" hangingPunct="0">
              <a:spcBef>
                <a:spcPct val="20000"/>
              </a:spcBef>
              <a:buChar char="»"/>
              <a:defRPr kumimoji="1" sz="2200">
                <a:solidFill>
                  <a:schemeClr val="tx1"/>
                </a:solidFill>
                <a:latin typeface="Times New Roman" pitchFamily="18" charset="0"/>
                <a:ea typeface="ＭＳ Ｐゴシック" pitchFamily="50" charset="-128"/>
              </a:defRPr>
            </a:lvl5pPr>
            <a:lvl6pPr marL="25146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6pPr>
            <a:lvl7pPr marL="29718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7pPr>
            <a:lvl8pPr marL="34290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8pPr>
            <a:lvl9pPr marL="38862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600" dirty="0">
                <a:solidFill>
                  <a:srgbClr val="000000"/>
                </a:solidFill>
                <a:latin typeface="ＭＳ ゴシック" pitchFamily="49" charset="-128"/>
                <a:ea typeface="ＭＳ ゴシック" pitchFamily="49" charset="-128"/>
              </a:rPr>
              <a:t>経路　起票課→</a:t>
            </a:r>
            <a:r>
              <a:rPr lang="en-US" altLang="ja-JP" sz="600" dirty="0">
                <a:solidFill>
                  <a:srgbClr val="000000"/>
                </a:solidFill>
                <a:latin typeface="ＭＳ ゴシック" pitchFamily="49" charset="-128"/>
                <a:ea typeface="ＭＳ ゴシック" pitchFamily="49" charset="-128"/>
              </a:rPr>
              <a:t>DNJP</a:t>
            </a:r>
            <a:r>
              <a:rPr lang="ja-JP" altLang="en-US" sz="600" dirty="0">
                <a:solidFill>
                  <a:srgbClr val="000000"/>
                </a:solidFill>
                <a:latin typeface="ＭＳ ゴシック" pitchFamily="49" charset="-128"/>
                <a:ea typeface="ＭＳ ゴシック" pitchFamily="49" charset="-128"/>
              </a:rPr>
              <a:t>技術開発推進部→配布先（写）</a:t>
            </a:r>
          </a:p>
        </p:txBody>
      </p:sp>
      <p:sp>
        <p:nvSpPr>
          <p:cNvPr id="75" name="Rectangle 116"/>
          <p:cNvSpPr>
            <a:spLocks noChangeArrowheads="1"/>
          </p:cNvSpPr>
          <p:nvPr userDrawn="1"/>
        </p:nvSpPr>
        <p:spPr bwMode="auto">
          <a:xfrm>
            <a:off x="4845015" y="9573319"/>
            <a:ext cx="1896353" cy="169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spcBef>
                <a:spcPct val="20000"/>
              </a:spcBef>
              <a:buChar char="•"/>
              <a:defRPr kumimoji="1" sz="3600">
                <a:solidFill>
                  <a:schemeClr val="tx1"/>
                </a:solidFill>
                <a:latin typeface="Times New Roman" pitchFamily="18" charset="0"/>
                <a:ea typeface="ＭＳ Ｐゴシック" pitchFamily="50" charset="-128"/>
              </a:defRPr>
            </a:lvl1pPr>
            <a:lvl2pPr marL="742950" indent="-285750" defTabSz="762000" eaLnBrk="0" hangingPunct="0">
              <a:spcBef>
                <a:spcPct val="20000"/>
              </a:spcBef>
              <a:buChar char="–"/>
              <a:defRPr kumimoji="1" sz="3100">
                <a:solidFill>
                  <a:schemeClr val="tx1"/>
                </a:solidFill>
                <a:latin typeface="Times New Roman" pitchFamily="18" charset="0"/>
                <a:ea typeface="ＭＳ Ｐゴシック" pitchFamily="50" charset="-128"/>
              </a:defRPr>
            </a:lvl2pPr>
            <a:lvl3pPr marL="1143000" indent="-228600" defTabSz="762000" eaLnBrk="0" hangingPunct="0">
              <a:spcBef>
                <a:spcPct val="20000"/>
              </a:spcBef>
              <a:buChar char="•"/>
              <a:defRPr kumimoji="1" sz="2700">
                <a:solidFill>
                  <a:schemeClr val="tx1"/>
                </a:solidFill>
                <a:latin typeface="Times New Roman" pitchFamily="18" charset="0"/>
                <a:ea typeface="ＭＳ Ｐゴシック" pitchFamily="50" charset="-128"/>
              </a:defRPr>
            </a:lvl3pPr>
            <a:lvl4pPr marL="1600200" indent="-228600" defTabSz="762000" eaLnBrk="0" hangingPunct="0">
              <a:spcBef>
                <a:spcPct val="20000"/>
              </a:spcBef>
              <a:buChar char="–"/>
              <a:defRPr kumimoji="1" sz="2200">
                <a:solidFill>
                  <a:schemeClr val="tx1"/>
                </a:solidFill>
                <a:latin typeface="Times New Roman" pitchFamily="18" charset="0"/>
                <a:ea typeface="ＭＳ Ｐゴシック" pitchFamily="50" charset="-128"/>
              </a:defRPr>
            </a:lvl4pPr>
            <a:lvl5pPr marL="2057400" indent="-228600" defTabSz="762000" eaLnBrk="0" hangingPunct="0">
              <a:spcBef>
                <a:spcPct val="20000"/>
              </a:spcBef>
              <a:buChar char="»"/>
              <a:defRPr kumimoji="1" sz="2200">
                <a:solidFill>
                  <a:schemeClr val="tx1"/>
                </a:solidFill>
                <a:latin typeface="Times New Roman" pitchFamily="18" charset="0"/>
                <a:ea typeface="ＭＳ Ｐゴシック" pitchFamily="50" charset="-128"/>
              </a:defRPr>
            </a:lvl5pPr>
            <a:lvl6pPr marL="25146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6pPr>
            <a:lvl7pPr marL="29718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7pPr>
            <a:lvl8pPr marL="34290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8pPr>
            <a:lvl9pPr marL="3886200" indent="-228600" defTabSz="762000" eaLnBrk="0" fontAlgn="base" hangingPunct="0">
              <a:spcBef>
                <a:spcPct val="20000"/>
              </a:spcBef>
              <a:spcAft>
                <a:spcPct val="0"/>
              </a:spcAft>
              <a:buChar char="»"/>
              <a:defRPr kumimoji="1" sz="2200">
                <a:solidFill>
                  <a:schemeClr val="tx1"/>
                </a:solidFill>
                <a:latin typeface="Times New Roman" pitchFamily="18" charset="0"/>
                <a:ea typeface="ＭＳ Ｐゴシック" pitchFamily="50" charset="-128"/>
              </a:defRPr>
            </a:lvl9pPr>
          </a:lstStyle>
          <a:p>
            <a:pPr eaLnBrk="1" hangingPunct="1">
              <a:spcBef>
                <a:spcPct val="0"/>
              </a:spcBef>
              <a:buFontTx/>
              <a:buNone/>
            </a:pPr>
            <a:r>
              <a:rPr lang="ja-JP" altLang="en-US" sz="500" dirty="0">
                <a:solidFill>
                  <a:srgbClr val="000000"/>
                </a:solidFill>
                <a:latin typeface="ＭＳ Ｐゴシック" pitchFamily="50" charset="-128"/>
              </a:rPr>
              <a:t>技</a:t>
            </a:r>
            <a:r>
              <a:rPr lang="en-US" altLang="ja-JP" sz="500" dirty="0">
                <a:solidFill>
                  <a:srgbClr val="000000"/>
                </a:solidFill>
                <a:latin typeface="ＭＳ Ｐゴシック" pitchFamily="50" charset="-128"/>
              </a:rPr>
              <a:t>0028(20.11</a:t>
            </a:r>
            <a:r>
              <a:rPr lang="ja-JP" altLang="en-US" sz="500" dirty="0">
                <a:solidFill>
                  <a:srgbClr val="000000"/>
                </a:solidFill>
                <a:latin typeface="ＭＳ Ｐゴシック" pitchFamily="50" charset="-128"/>
              </a:rPr>
              <a:t>改</a:t>
            </a:r>
            <a:r>
              <a:rPr lang="en-US" altLang="ja-JP" sz="500" dirty="0">
                <a:solidFill>
                  <a:srgbClr val="000000"/>
                </a:solidFill>
                <a:latin typeface="ＭＳ Ｐゴシック" pitchFamily="50" charset="-128"/>
              </a:rPr>
              <a:t>)</a:t>
            </a:r>
            <a:r>
              <a:rPr lang="ja-JP" altLang="en-US" sz="500" dirty="0">
                <a:solidFill>
                  <a:srgbClr val="000000"/>
                </a:solidFill>
                <a:latin typeface="ＭＳ Ｐゴシック" pitchFamily="50" charset="-128"/>
              </a:rPr>
              <a:t>　</a:t>
            </a:r>
            <a:r>
              <a:rPr lang="en-US" altLang="ja-JP" sz="500" dirty="0">
                <a:solidFill>
                  <a:srgbClr val="000000"/>
                </a:solidFill>
                <a:latin typeface="ＭＳ Ｐゴシック" pitchFamily="50" charset="-128"/>
              </a:rPr>
              <a:t>DNJP</a:t>
            </a:r>
            <a:r>
              <a:rPr lang="ja-JP" altLang="en-US" sz="500" dirty="0">
                <a:solidFill>
                  <a:srgbClr val="000000"/>
                </a:solidFill>
                <a:latin typeface="ＭＳ Ｐゴシック" pitchFamily="50" charset="-128"/>
              </a:rPr>
              <a:t>技術開発推進部　</a:t>
            </a:r>
            <a:r>
              <a:rPr lang="en-US" altLang="ja-JP" sz="500" dirty="0">
                <a:solidFill>
                  <a:srgbClr val="000000"/>
                </a:solidFill>
                <a:latin typeface="ＭＳ Ｐゴシック" pitchFamily="50" charset="-128"/>
              </a:rPr>
              <a:t>A4</a:t>
            </a:r>
            <a:r>
              <a:rPr lang="ja-JP" altLang="en-US" sz="500" dirty="0">
                <a:solidFill>
                  <a:srgbClr val="000000"/>
                </a:solidFill>
                <a:latin typeface="ＭＳ Ｐゴシック" pitchFamily="50" charset="-128"/>
              </a:rPr>
              <a:t>　上</a:t>
            </a:r>
            <a:r>
              <a:rPr lang="en-US" altLang="ja-JP" sz="500" dirty="0">
                <a:solidFill>
                  <a:srgbClr val="000000"/>
                </a:solidFill>
                <a:latin typeface="ＭＳ Ｐゴシック" pitchFamily="50" charset="-128"/>
              </a:rPr>
              <a:t>45</a:t>
            </a:r>
            <a:r>
              <a:rPr lang="ja-JP" altLang="en-US" sz="500" dirty="0">
                <a:solidFill>
                  <a:srgbClr val="000000"/>
                </a:solidFill>
                <a:latin typeface="ＭＳ Ｐゴシック" pitchFamily="50" charset="-128"/>
              </a:rPr>
              <a:t>　</a:t>
            </a:r>
            <a:r>
              <a:rPr lang="en-US" altLang="ja-JP" sz="500" dirty="0">
                <a:solidFill>
                  <a:srgbClr val="000000"/>
                </a:solidFill>
                <a:latin typeface="ＭＳ Ｐゴシック" pitchFamily="50" charset="-128"/>
              </a:rPr>
              <a:t>30×200 S</a:t>
            </a:r>
          </a:p>
        </p:txBody>
      </p:sp>
      <p:pic>
        <p:nvPicPr>
          <p:cNvPr id="76" name="Picture 117"/>
          <p:cNvPicPr>
            <a:picLocks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984228" y="9636819"/>
            <a:ext cx="1281112" cy="14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1023938" rtl="0" eaLnBrk="0" fontAlgn="base" hangingPunct="0">
        <a:spcBef>
          <a:spcPct val="0"/>
        </a:spcBef>
        <a:spcAft>
          <a:spcPct val="0"/>
        </a:spcAft>
        <a:defRPr kumimoji="1" sz="4900">
          <a:solidFill>
            <a:schemeClr val="tx2"/>
          </a:solidFill>
          <a:latin typeface="+mj-lt"/>
          <a:ea typeface="+mj-ea"/>
          <a:cs typeface="+mj-cs"/>
        </a:defRPr>
      </a:lvl1pPr>
      <a:lvl2pPr algn="ctr" defTabSz="1023938" rtl="0" eaLnBrk="0" fontAlgn="base" hangingPunct="0">
        <a:spcBef>
          <a:spcPct val="0"/>
        </a:spcBef>
        <a:spcAft>
          <a:spcPct val="0"/>
        </a:spcAft>
        <a:defRPr kumimoji="1" sz="4900">
          <a:solidFill>
            <a:schemeClr val="tx2"/>
          </a:solidFill>
          <a:latin typeface="Times New Roman" pitchFamily="18" charset="0"/>
          <a:ea typeface="ＭＳ Ｐゴシック" pitchFamily="50" charset="-128"/>
        </a:defRPr>
      </a:lvl2pPr>
      <a:lvl3pPr algn="ctr" defTabSz="1023938" rtl="0" eaLnBrk="0" fontAlgn="base" hangingPunct="0">
        <a:spcBef>
          <a:spcPct val="0"/>
        </a:spcBef>
        <a:spcAft>
          <a:spcPct val="0"/>
        </a:spcAft>
        <a:defRPr kumimoji="1" sz="4900">
          <a:solidFill>
            <a:schemeClr val="tx2"/>
          </a:solidFill>
          <a:latin typeface="Times New Roman" pitchFamily="18" charset="0"/>
          <a:ea typeface="ＭＳ Ｐゴシック" pitchFamily="50" charset="-128"/>
        </a:defRPr>
      </a:lvl3pPr>
      <a:lvl4pPr algn="ctr" defTabSz="1023938" rtl="0" eaLnBrk="0" fontAlgn="base" hangingPunct="0">
        <a:spcBef>
          <a:spcPct val="0"/>
        </a:spcBef>
        <a:spcAft>
          <a:spcPct val="0"/>
        </a:spcAft>
        <a:defRPr kumimoji="1" sz="4900">
          <a:solidFill>
            <a:schemeClr val="tx2"/>
          </a:solidFill>
          <a:latin typeface="Times New Roman" pitchFamily="18" charset="0"/>
          <a:ea typeface="ＭＳ Ｐゴシック" pitchFamily="50" charset="-128"/>
        </a:defRPr>
      </a:lvl4pPr>
      <a:lvl5pPr algn="ctr" defTabSz="1023938" rtl="0" eaLnBrk="0" fontAlgn="base" hangingPunct="0">
        <a:spcBef>
          <a:spcPct val="0"/>
        </a:spcBef>
        <a:spcAft>
          <a:spcPct val="0"/>
        </a:spcAft>
        <a:defRPr kumimoji="1" sz="4900">
          <a:solidFill>
            <a:schemeClr val="tx2"/>
          </a:solidFill>
          <a:latin typeface="Times New Roman" pitchFamily="18" charset="0"/>
          <a:ea typeface="ＭＳ Ｐゴシック" pitchFamily="50" charset="-128"/>
        </a:defRPr>
      </a:lvl5pPr>
      <a:lvl6pPr marL="457200" algn="ctr" defTabSz="1023938" rtl="0" fontAlgn="base">
        <a:spcBef>
          <a:spcPct val="0"/>
        </a:spcBef>
        <a:spcAft>
          <a:spcPct val="0"/>
        </a:spcAft>
        <a:defRPr kumimoji="1" sz="4900">
          <a:solidFill>
            <a:schemeClr val="tx2"/>
          </a:solidFill>
          <a:latin typeface="Times New Roman" pitchFamily="18" charset="0"/>
          <a:ea typeface="ＭＳ Ｐゴシック" pitchFamily="50" charset="-128"/>
        </a:defRPr>
      </a:lvl6pPr>
      <a:lvl7pPr marL="914400" algn="ctr" defTabSz="1023938" rtl="0" fontAlgn="base">
        <a:spcBef>
          <a:spcPct val="0"/>
        </a:spcBef>
        <a:spcAft>
          <a:spcPct val="0"/>
        </a:spcAft>
        <a:defRPr kumimoji="1" sz="4900">
          <a:solidFill>
            <a:schemeClr val="tx2"/>
          </a:solidFill>
          <a:latin typeface="Times New Roman" pitchFamily="18" charset="0"/>
          <a:ea typeface="ＭＳ Ｐゴシック" pitchFamily="50" charset="-128"/>
        </a:defRPr>
      </a:lvl7pPr>
      <a:lvl8pPr marL="1371600" algn="ctr" defTabSz="1023938" rtl="0" fontAlgn="base">
        <a:spcBef>
          <a:spcPct val="0"/>
        </a:spcBef>
        <a:spcAft>
          <a:spcPct val="0"/>
        </a:spcAft>
        <a:defRPr kumimoji="1" sz="4900">
          <a:solidFill>
            <a:schemeClr val="tx2"/>
          </a:solidFill>
          <a:latin typeface="Times New Roman" pitchFamily="18" charset="0"/>
          <a:ea typeface="ＭＳ Ｐゴシック" pitchFamily="50" charset="-128"/>
        </a:defRPr>
      </a:lvl8pPr>
      <a:lvl9pPr marL="1828800" algn="ctr" defTabSz="1023938" rtl="0" fontAlgn="base">
        <a:spcBef>
          <a:spcPct val="0"/>
        </a:spcBef>
        <a:spcAft>
          <a:spcPct val="0"/>
        </a:spcAft>
        <a:defRPr kumimoji="1" sz="4900">
          <a:solidFill>
            <a:schemeClr val="tx2"/>
          </a:solidFill>
          <a:latin typeface="Times New Roman" pitchFamily="18" charset="0"/>
          <a:ea typeface="ＭＳ Ｐゴシック" pitchFamily="50" charset="-128"/>
        </a:defRPr>
      </a:lvl9pPr>
    </p:titleStyle>
    <p:bodyStyle>
      <a:lvl1pPr marL="384175" indent="-384175" algn="l" defTabSz="1023938" rtl="0" eaLnBrk="0" fontAlgn="base" hangingPunct="0">
        <a:spcBef>
          <a:spcPct val="20000"/>
        </a:spcBef>
        <a:spcAft>
          <a:spcPct val="0"/>
        </a:spcAft>
        <a:buChar char="•"/>
        <a:defRPr kumimoji="1" sz="3600">
          <a:solidFill>
            <a:schemeClr val="tx1"/>
          </a:solidFill>
          <a:latin typeface="+mn-lt"/>
          <a:ea typeface="+mn-ea"/>
          <a:cs typeface="+mn-cs"/>
        </a:defRPr>
      </a:lvl1pPr>
      <a:lvl2pPr marL="831850" indent="-320675" algn="l" defTabSz="1023938" rtl="0" eaLnBrk="0" fontAlgn="base" hangingPunct="0">
        <a:spcBef>
          <a:spcPct val="20000"/>
        </a:spcBef>
        <a:spcAft>
          <a:spcPct val="0"/>
        </a:spcAft>
        <a:buChar char="–"/>
        <a:defRPr kumimoji="1" sz="3100">
          <a:solidFill>
            <a:schemeClr val="tx1"/>
          </a:solidFill>
          <a:latin typeface="+mn-lt"/>
          <a:ea typeface="+mn-ea"/>
        </a:defRPr>
      </a:lvl2pPr>
      <a:lvl3pPr marL="1279525" indent="-255588" algn="l" defTabSz="1023938" rtl="0" eaLnBrk="0" fontAlgn="base" hangingPunct="0">
        <a:spcBef>
          <a:spcPct val="20000"/>
        </a:spcBef>
        <a:spcAft>
          <a:spcPct val="0"/>
        </a:spcAft>
        <a:buChar char="•"/>
        <a:defRPr kumimoji="1" sz="2700">
          <a:solidFill>
            <a:schemeClr val="tx1"/>
          </a:solidFill>
          <a:latin typeface="+mn-lt"/>
          <a:ea typeface="+mn-ea"/>
        </a:defRPr>
      </a:lvl3pPr>
      <a:lvl4pPr marL="1790700" indent="-255588" algn="l" defTabSz="1023938" rtl="0" eaLnBrk="0" fontAlgn="base" hangingPunct="0">
        <a:spcBef>
          <a:spcPct val="20000"/>
        </a:spcBef>
        <a:spcAft>
          <a:spcPct val="0"/>
        </a:spcAft>
        <a:buChar char="–"/>
        <a:defRPr kumimoji="1" sz="2200">
          <a:solidFill>
            <a:schemeClr val="tx1"/>
          </a:solidFill>
          <a:latin typeface="+mn-lt"/>
          <a:ea typeface="+mn-ea"/>
        </a:defRPr>
      </a:lvl4pPr>
      <a:lvl5pPr marL="2301875" indent="-255588" algn="l" defTabSz="1023938" rtl="0" eaLnBrk="0" fontAlgn="base" hangingPunct="0">
        <a:spcBef>
          <a:spcPct val="20000"/>
        </a:spcBef>
        <a:spcAft>
          <a:spcPct val="0"/>
        </a:spcAft>
        <a:buChar char="»"/>
        <a:defRPr kumimoji="1" sz="2200">
          <a:solidFill>
            <a:schemeClr val="tx1"/>
          </a:solidFill>
          <a:latin typeface="+mn-lt"/>
          <a:ea typeface="+mn-ea"/>
        </a:defRPr>
      </a:lvl5pPr>
      <a:lvl6pPr marL="2759075" indent="-255588" algn="l" defTabSz="1023938" rtl="0" fontAlgn="base">
        <a:spcBef>
          <a:spcPct val="20000"/>
        </a:spcBef>
        <a:spcAft>
          <a:spcPct val="0"/>
        </a:spcAft>
        <a:buChar char="»"/>
        <a:defRPr kumimoji="1" sz="2200">
          <a:solidFill>
            <a:schemeClr val="tx1"/>
          </a:solidFill>
          <a:latin typeface="+mn-lt"/>
          <a:ea typeface="+mn-ea"/>
        </a:defRPr>
      </a:lvl6pPr>
      <a:lvl7pPr marL="3216275" indent="-255588" algn="l" defTabSz="1023938" rtl="0" fontAlgn="base">
        <a:spcBef>
          <a:spcPct val="20000"/>
        </a:spcBef>
        <a:spcAft>
          <a:spcPct val="0"/>
        </a:spcAft>
        <a:buChar char="»"/>
        <a:defRPr kumimoji="1" sz="2200">
          <a:solidFill>
            <a:schemeClr val="tx1"/>
          </a:solidFill>
          <a:latin typeface="+mn-lt"/>
          <a:ea typeface="+mn-ea"/>
        </a:defRPr>
      </a:lvl7pPr>
      <a:lvl8pPr marL="3673475" indent="-255588" algn="l" defTabSz="1023938" rtl="0" fontAlgn="base">
        <a:spcBef>
          <a:spcPct val="20000"/>
        </a:spcBef>
        <a:spcAft>
          <a:spcPct val="0"/>
        </a:spcAft>
        <a:buChar char="»"/>
        <a:defRPr kumimoji="1" sz="2200">
          <a:solidFill>
            <a:schemeClr val="tx1"/>
          </a:solidFill>
          <a:latin typeface="+mn-lt"/>
          <a:ea typeface="+mn-ea"/>
        </a:defRPr>
      </a:lvl8pPr>
      <a:lvl9pPr marL="4130675" indent="-255588" algn="l" defTabSz="1023938" rtl="0" fontAlgn="base">
        <a:spcBef>
          <a:spcPct val="20000"/>
        </a:spcBef>
        <a:spcAft>
          <a:spcPct val="0"/>
        </a:spcAft>
        <a:buChar char="»"/>
        <a:defRPr kumimoji="1" sz="22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marks"/>
          <p:cNvSpPr/>
          <p:nvPr/>
        </p:nvSpPr>
        <p:spPr>
          <a:xfrm>
            <a:off x="143999" y="9057456"/>
            <a:ext cx="6559200" cy="493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180000" rIns="72000" bIns="72000" rtlCol="0" anchor="t" anchorCtr="0"/>
          <a:lstStyle/>
          <a:p>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メモリは高性能なストレージである一方、機能ごとの適切な制御および運用が性能と信頼性の確保に大きく影響する。本資料が、</a:t>
            </a:r>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採用時の設計判断および評価活動における参考資料として有効に活用されることを期待したい。</a:t>
            </a:r>
            <a:endParaRPr lang="en-US" altLang="ja-JP" sz="1000" dirty="0">
              <a:solidFill>
                <a:schemeClr val="tx1"/>
              </a:solidFill>
              <a:latin typeface="ＭＳ Ｐゴシック" panose="020B0600070205080204" pitchFamily="50" charset="-128"/>
              <a:ea typeface="ＭＳ Ｐゴシック" panose="020B0600070205080204" pitchFamily="50" charset="-128"/>
            </a:endParaRPr>
          </a:p>
        </p:txBody>
      </p:sp>
      <p:sp>
        <p:nvSpPr>
          <p:cNvPr id="29" name="Conclusion"/>
          <p:cNvSpPr/>
          <p:nvPr/>
        </p:nvSpPr>
        <p:spPr>
          <a:xfrm>
            <a:off x="144000" y="3564000"/>
            <a:ext cx="6559200" cy="630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144000" rIns="72000" bIns="72000" rtlCol="0" anchor="t" anchorCtr="0"/>
          <a:lstStyle/>
          <a:p>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メモリの設計・開発ガイドラインを作成し、導入時に必要となる技術的な留意事項を体系的に整理した。本ガイドラインを標準部品採用検討時の共通資料として活用することで、設計品質の均一化と開発効率の向上に貢献する。今後は社内展開を進め、</a:t>
            </a:r>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メモリの標準部品化促進につなげる。</a:t>
            </a:r>
            <a:endParaRPr lang="en-US" altLang="ja-JP" sz="1000" dirty="0">
              <a:solidFill>
                <a:schemeClr val="tx1"/>
              </a:solidFill>
              <a:latin typeface="ＭＳ Ｐゴシック" panose="020B0600070205080204" pitchFamily="50" charset="-128"/>
              <a:ea typeface="ＭＳ Ｐゴシック" panose="020B0600070205080204" pitchFamily="50" charset="-128"/>
            </a:endParaRPr>
          </a:p>
        </p:txBody>
      </p:sp>
      <p:sp>
        <p:nvSpPr>
          <p:cNvPr id="26" name="RelatedDocumentsNo"/>
          <p:cNvSpPr/>
          <p:nvPr/>
        </p:nvSpPr>
        <p:spPr>
          <a:xfrm>
            <a:off x="5047199" y="3074182"/>
            <a:ext cx="1654456" cy="4896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t"/>
          <a:lstStyle/>
          <a:p>
            <a:endParaRPr kumimoji="1" lang="ja-JP" altLang="en-US" sz="1000" b="1" dirty="0">
              <a:solidFill>
                <a:schemeClr val="tx1"/>
              </a:solidFill>
              <a:latin typeface="ＭＳ Ｐゴシック" panose="020B0600070205080204" pitchFamily="50" charset="-128"/>
              <a:ea typeface="ＭＳ Ｐゴシック" panose="020B0600070205080204" pitchFamily="50" charset="-128"/>
            </a:endParaRPr>
          </a:p>
        </p:txBody>
      </p:sp>
      <p:sp>
        <p:nvSpPr>
          <p:cNvPr id="28" name="Purpose"/>
          <p:cNvSpPr/>
          <p:nvPr/>
        </p:nvSpPr>
        <p:spPr>
          <a:xfrm>
            <a:off x="143999" y="2912400"/>
            <a:ext cx="4903200" cy="6516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144000" rIns="72000" bIns="72000" rtlCol="0" anchor="t" anchorCtr="0"/>
          <a:lstStyle/>
          <a:p>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メモリを採用するソフトウェア技術者の手戻りや不具合リスク低減させるため、製品設計時の注意事項（</a:t>
            </a:r>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機能の設定・制御に関する設計指針）と推奨運用事項（性能・信頼性確保のための運用指針）を抽出する。 </a:t>
            </a:r>
            <a:endParaRPr kumimoji="1" lang="en-US" altLang="ja-JP" sz="1000" dirty="0">
              <a:solidFill>
                <a:schemeClr val="tx1"/>
              </a:solidFill>
              <a:latin typeface="ＭＳ Ｐゴシック" panose="020B0600070205080204" pitchFamily="50" charset="-128"/>
              <a:ea typeface="ＭＳ Ｐゴシック" panose="020B0600070205080204" pitchFamily="50" charset="-128"/>
            </a:endParaRPr>
          </a:p>
        </p:txBody>
      </p:sp>
      <p:sp>
        <p:nvSpPr>
          <p:cNvPr id="55" name="CoResearcher3Affilication"/>
          <p:cNvSpPr/>
          <p:nvPr/>
        </p:nvSpPr>
        <p:spPr>
          <a:xfrm>
            <a:off x="2564904" y="2753292"/>
            <a:ext cx="4136751" cy="16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endParaRPr kumimoji="1" lang="ja-JP" altLang="en-US" sz="1000" b="1" dirty="0">
              <a:solidFill>
                <a:schemeClr val="tx1"/>
              </a:solidFill>
              <a:latin typeface="ＭＳ Ｐゴシック" panose="020B0600070205080204" pitchFamily="50" charset="-128"/>
              <a:ea typeface="ＭＳ Ｐゴシック" panose="020B0600070205080204" pitchFamily="50" charset="-128"/>
            </a:endParaRPr>
          </a:p>
        </p:txBody>
      </p:sp>
      <p:sp>
        <p:nvSpPr>
          <p:cNvPr id="56" name="CoResearcher3Name"/>
          <p:cNvSpPr/>
          <p:nvPr/>
        </p:nvSpPr>
        <p:spPr>
          <a:xfrm>
            <a:off x="908720" y="2755314"/>
            <a:ext cx="1656184" cy="16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endParaRPr kumimoji="1" lang="ja-JP" altLang="en-US" sz="1000" b="1" dirty="0">
              <a:solidFill>
                <a:schemeClr val="tx1"/>
              </a:solidFill>
              <a:latin typeface="ＭＳ Ｐゴシック" panose="020B0600070205080204" pitchFamily="50" charset="-128"/>
              <a:ea typeface="ＭＳ Ｐゴシック" panose="020B0600070205080204" pitchFamily="50" charset="-128"/>
            </a:endParaRPr>
          </a:p>
        </p:txBody>
      </p:sp>
      <p:sp>
        <p:nvSpPr>
          <p:cNvPr id="53" name="CoResearcher2Affilication"/>
          <p:cNvSpPr/>
          <p:nvPr/>
        </p:nvSpPr>
        <p:spPr>
          <a:xfrm>
            <a:off x="2564904" y="2586361"/>
            <a:ext cx="4136751" cy="16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endParaRPr kumimoji="1" lang="ja-JP" altLang="en-US" sz="1000" b="1" dirty="0">
              <a:solidFill>
                <a:schemeClr val="tx1"/>
              </a:solidFill>
              <a:latin typeface="ＭＳ Ｐゴシック" panose="020B0600070205080204" pitchFamily="50" charset="-128"/>
              <a:ea typeface="ＭＳ Ｐゴシック" panose="020B0600070205080204" pitchFamily="50" charset="-128"/>
            </a:endParaRPr>
          </a:p>
        </p:txBody>
      </p:sp>
      <p:sp>
        <p:nvSpPr>
          <p:cNvPr id="54" name="CoResearcher2Name"/>
          <p:cNvSpPr/>
          <p:nvPr/>
        </p:nvSpPr>
        <p:spPr>
          <a:xfrm>
            <a:off x="908720" y="2588383"/>
            <a:ext cx="1656184" cy="16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endParaRPr kumimoji="1" lang="ja-JP" altLang="en-US" sz="1000" b="1" dirty="0">
              <a:solidFill>
                <a:schemeClr val="tx1"/>
              </a:solidFill>
              <a:latin typeface="ＭＳ Ｐゴシック" panose="020B0600070205080204" pitchFamily="50" charset="-128"/>
              <a:ea typeface="ＭＳ Ｐゴシック" panose="020B0600070205080204" pitchFamily="50" charset="-128"/>
            </a:endParaRPr>
          </a:p>
        </p:txBody>
      </p:sp>
      <p:sp>
        <p:nvSpPr>
          <p:cNvPr id="46" name="AuthorsAffilication"/>
          <p:cNvSpPr/>
          <p:nvPr/>
        </p:nvSpPr>
        <p:spPr>
          <a:xfrm>
            <a:off x="2564904" y="2260800"/>
            <a:ext cx="4136751" cy="1750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ja-JP" altLang="en-US" sz="1000" dirty="0">
                <a:solidFill>
                  <a:schemeClr val="tx1"/>
                </a:solidFill>
                <a:latin typeface="ＭＳ Ｐゴシック" panose="020B0600070205080204" pitchFamily="50" charset="-128"/>
                <a:ea typeface="ＭＳ Ｐゴシック" panose="020B0600070205080204" pitchFamily="50" charset="-128"/>
              </a:rPr>
              <a:t>（株）デンソ－電子部品基盤技術部 電子部品開発室 開発３課</a:t>
            </a:r>
            <a:endParaRPr kumimoji="1" lang="ja-JP" altLang="en-US" sz="1000" dirty="0">
              <a:solidFill>
                <a:schemeClr val="tx1"/>
              </a:solidFill>
              <a:latin typeface="ＭＳ Ｐゴシック" panose="020B0600070205080204" pitchFamily="50" charset="-128"/>
              <a:ea typeface="ＭＳ Ｐゴシック" panose="020B0600070205080204" pitchFamily="50" charset="-128"/>
            </a:endParaRPr>
          </a:p>
        </p:txBody>
      </p:sp>
      <p:sp>
        <p:nvSpPr>
          <p:cNvPr id="47" name="AuthorName"/>
          <p:cNvSpPr/>
          <p:nvPr/>
        </p:nvSpPr>
        <p:spPr>
          <a:xfrm>
            <a:off x="908720" y="2260013"/>
            <a:ext cx="1656184" cy="16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pPr algn="ctr"/>
            <a:r>
              <a:rPr kumimoji="1" lang="ja-JP" altLang="en-US" sz="1000" dirty="0">
                <a:solidFill>
                  <a:schemeClr val="tx1"/>
                </a:solidFill>
                <a:latin typeface="ＭＳ Ｐゴシック" panose="020B0600070205080204" pitchFamily="50" charset="-128"/>
                <a:ea typeface="ＭＳ Ｐゴシック" panose="020B0600070205080204" pitchFamily="50" charset="-128"/>
              </a:rPr>
              <a:t>伊藤 浩也</a:t>
            </a:r>
          </a:p>
        </p:txBody>
      </p:sp>
      <p:sp>
        <p:nvSpPr>
          <p:cNvPr id="52" name="EndDateInput"/>
          <p:cNvSpPr/>
          <p:nvPr/>
        </p:nvSpPr>
        <p:spPr>
          <a:xfrm>
            <a:off x="5368515" y="1461600"/>
            <a:ext cx="1333140" cy="1656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en-US" altLang="ja-JP" sz="1000" dirty="0">
                <a:solidFill>
                  <a:schemeClr val="tx1"/>
                </a:solidFill>
                <a:latin typeface="ＭＳ Ｐゴシック" panose="020B0600070205080204" pitchFamily="50" charset="-128"/>
                <a:ea typeface="ＭＳ Ｐゴシック" panose="020B0600070205080204" pitchFamily="50" charset="-128"/>
              </a:rPr>
              <a:t>2026/03/31</a:t>
            </a:r>
            <a:endParaRPr lang="ja-JP" altLang="en-US" sz="1000" dirty="0">
              <a:solidFill>
                <a:schemeClr val="tx1"/>
              </a:solidFill>
              <a:latin typeface="ＭＳ Ｐゴシック" panose="020B0600070205080204" pitchFamily="50" charset="-128"/>
              <a:ea typeface="ＭＳ Ｐゴシック" panose="020B0600070205080204" pitchFamily="50" charset="-128"/>
            </a:endParaRPr>
          </a:p>
        </p:txBody>
      </p:sp>
      <p:sp>
        <p:nvSpPr>
          <p:cNvPr id="51" name="StartDateInput"/>
          <p:cNvSpPr/>
          <p:nvPr/>
        </p:nvSpPr>
        <p:spPr>
          <a:xfrm>
            <a:off x="5368515" y="1296000"/>
            <a:ext cx="1333140" cy="1656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en-US" altLang="ja-JP" sz="1000" dirty="0">
                <a:solidFill>
                  <a:schemeClr val="tx1"/>
                </a:solidFill>
                <a:latin typeface="ＭＳ Ｐゴシック" panose="020B0600070205080204" pitchFamily="50" charset="-128"/>
                <a:ea typeface="ＭＳ Ｐゴシック" panose="020B0600070205080204" pitchFamily="50" charset="-128"/>
              </a:rPr>
              <a:t>2025/11/01</a:t>
            </a:r>
            <a:endParaRPr kumimoji="1" lang="ja-JP" altLang="en-US" sz="1000" dirty="0">
              <a:solidFill>
                <a:schemeClr val="tx1"/>
              </a:solidFill>
              <a:latin typeface="ＭＳ Ｐゴシック" panose="020B0600070205080204" pitchFamily="50" charset="-128"/>
              <a:ea typeface="ＭＳ Ｐゴシック" panose="020B0600070205080204" pitchFamily="50" charset="-128"/>
            </a:endParaRPr>
          </a:p>
        </p:txBody>
      </p:sp>
      <p:sp>
        <p:nvSpPr>
          <p:cNvPr id="66" name="ProjectNo"/>
          <p:cNvSpPr/>
          <p:nvPr/>
        </p:nvSpPr>
        <p:spPr>
          <a:xfrm>
            <a:off x="5368515" y="1134000"/>
            <a:ext cx="1333140" cy="16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endParaRPr kumimoji="1" lang="ja-JP" altLang="en-US" sz="1000" b="1" dirty="0">
              <a:solidFill>
                <a:schemeClr val="tx1"/>
              </a:solidFill>
              <a:latin typeface="ＭＳ Ｐゴシック" panose="020B0600070205080204" pitchFamily="50" charset="-128"/>
              <a:ea typeface="ＭＳ Ｐゴシック" panose="020B0600070205080204" pitchFamily="50" charset="-128"/>
            </a:endParaRPr>
          </a:p>
        </p:txBody>
      </p:sp>
      <p:sp>
        <p:nvSpPr>
          <p:cNvPr id="76" name="ReportCategory"/>
          <p:cNvSpPr/>
          <p:nvPr/>
        </p:nvSpPr>
        <p:spPr>
          <a:xfrm>
            <a:off x="5368515" y="647999"/>
            <a:ext cx="1328439" cy="16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ja-JP" altLang="en-US" sz="900" dirty="0">
                <a:solidFill>
                  <a:schemeClr val="tx1"/>
                </a:solidFill>
                <a:latin typeface="ＭＳ Ｐゴシック" panose="020B0600070205080204" pitchFamily="50" charset="-128"/>
                <a:ea typeface="ＭＳ Ｐゴシック" panose="020B0600070205080204" pitchFamily="50" charset="-128"/>
              </a:rPr>
              <a:t>試験研究開発</a:t>
            </a:r>
          </a:p>
        </p:txBody>
      </p:sp>
      <p:sp>
        <p:nvSpPr>
          <p:cNvPr id="31" name="Page"/>
          <p:cNvSpPr/>
          <p:nvPr/>
        </p:nvSpPr>
        <p:spPr>
          <a:xfrm>
            <a:off x="6257712" y="490072"/>
            <a:ext cx="464344" cy="16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l"/>
            <a:r>
              <a:rPr lang="en-US" altLang="ja-JP" sz="1000" b="1" dirty="0">
                <a:solidFill>
                  <a:schemeClr val="tx1"/>
                </a:solidFill>
                <a:latin typeface="ＭＳ Ｐゴシック" panose="020B0600070205080204" pitchFamily="50" charset="-128"/>
                <a:ea typeface="ＭＳ Ｐゴシック" panose="020B0600070205080204" pitchFamily="50" charset="-128"/>
              </a:rPr>
              <a:t>0</a:t>
            </a:r>
            <a:r>
              <a:rPr kumimoji="1" lang="en-US" altLang="ja-JP" sz="1000" b="1" dirty="0">
                <a:solidFill>
                  <a:schemeClr val="tx1"/>
                </a:solidFill>
                <a:latin typeface="ＭＳ Ｐゴシック" panose="020B0600070205080204" pitchFamily="50" charset="-128"/>
                <a:ea typeface="ＭＳ Ｐゴシック" panose="020B0600070205080204" pitchFamily="50" charset="-128"/>
              </a:rPr>
              <a:t>/15</a:t>
            </a:r>
            <a:endParaRPr kumimoji="1" lang="ja-JP" altLang="en-US" sz="1000" b="1" dirty="0">
              <a:solidFill>
                <a:schemeClr val="tx1"/>
              </a:solidFill>
              <a:latin typeface="ＭＳ Ｐゴシック" panose="020B0600070205080204" pitchFamily="50" charset="-128"/>
              <a:ea typeface="ＭＳ Ｐゴシック" panose="020B0600070205080204" pitchFamily="50" charset="-128"/>
            </a:endParaRPr>
          </a:p>
        </p:txBody>
      </p:sp>
      <p:sp>
        <p:nvSpPr>
          <p:cNvPr id="21" name="OverseasBusinessTrip"/>
          <p:cNvSpPr/>
          <p:nvPr/>
        </p:nvSpPr>
        <p:spPr>
          <a:xfrm>
            <a:off x="5368514" y="490072"/>
            <a:ext cx="508757" cy="16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endParaRPr kumimoji="1" lang="ja-JP" altLang="en-US" sz="1000" b="1" dirty="0">
              <a:solidFill>
                <a:schemeClr val="tx1"/>
              </a:solidFill>
              <a:latin typeface="ＭＳ Ｐゴシック" panose="020B0600070205080204" pitchFamily="50" charset="-128"/>
              <a:ea typeface="ＭＳ Ｐゴシック" panose="020B0600070205080204" pitchFamily="50" charset="-128"/>
            </a:endParaRPr>
          </a:p>
        </p:txBody>
      </p:sp>
      <p:sp>
        <p:nvSpPr>
          <p:cNvPr id="25" name="Title"/>
          <p:cNvSpPr/>
          <p:nvPr/>
        </p:nvSpPr>
        <p:spPr>
          <a:xfrm>
            <a:off x="144731" y="972000"/>
            <a:ext cx="4076357" cy="668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144000" rIns="72000" bIns="72000" rtlCol="0" anchor="t" anchorCtr="0"/>
          <a:lstStyle/>
          <a:p>
            <a:r>
              <a:rPr lang="en-US" altLang="ja-JP" sz="1100" dirty="0">
                <a:solidFill>
                  <a:schemeClr val="tx1"/>
                </a:solidFill>
                <a:latin typeface="ＭＳ Ｐゴシック" panose="020B0600070205080204" pitchFamily="50" charset="-128"/>
                <a:ea typeface="ＭＳ Ｐゴシック" panose="020B0600070205080204" pitchFamily="50" charset="-128"/>
              </a:rPr>
              <a:t>UFS</a:t>
            </a:r>
            <a:r>
              <a:rPr lang="ja-JP" altLang="en-US" sz="1100" dirty="0">
                <a:solidFill>
                  <a:schemeClr val="tx1"/>
                </a:solidFill>
                <a:latin typeface="ＭＳ Ｐゴシック" panose="020B0600070205080204" pitchFamily="50" charset="-128"/>
                <a:ea typeface="ＭＳ Ｐゴシック" panose="020B0600070205080204" pitchFamily="50" charset="-128"/>
              </a:rPr>
              <a:t>メモリソフト設計上の注意点</a:t>
            </a:r>
            <a:endParaRPr lang="en-US" altLang="ja-JP" sz="1100" dirty="0">
              <a:solidFill>
                <a:schemeClr val="tx1"/>
              </a:solidFill>
              <a:latin typeface="ＭＳ Ｐゴシック" panose="020B0600070205080204" pitchFamily="50" charset="-128"/>
              <a:ea typeface="ＭＳ Ｐゴシック" panose="020B0600070205080204" pitchFamily="50" charset="-128"/>
            </a:endParaRPr>
          </a:p>
        </p:txBody>
      </p:sp>
      <p:sp>
        <p:nvSpPr>
          <p:cNvPr id="2" name="Conclusion">
            <a:extLst>
              <a:ext uri="{FF2B5EF4-FFF2-40B4-BE49-F238E27FC236}">
                <a16:creationId xmlns:a16="http://schemas.microsoft.com/office/drawing/2014/main" id="{08672EE6-40D7-15C3-1F37-3B5931A7A3B0}"/>
              </a:ext>
            </a:extLst>
          </p:cNvPr>
          <p:cNvSpPr/>
          <p:nvPr/>
        </p:nvSpPr>
        <p:spPr>
          <a:xfrm>
            <a:off x="133423" y="4207928"/>
            <a:ext cx="6559200" cy="48798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144000" rIns="72000" bIns="72000" rtlCol="0" anchor="t" anchorCtr="0"/>
          <a:lstStyle/>
          <a:p>
            <a:pPr>
              <a:lnSpc>
                <a:spcPts val="300"/>
              </a:lnSpc>
            </a:pPr>
            <a:endParaRPr lang="en-US" altLang="ja-JP" sz="1000" dirty="0">
              <a:solidFill>
                <a:schemeClr val="tx1"/>
              </a:solidFill>
              <a:latin typeface="ＭＳ Ｐゴシック" panose="020B0600070205080204" pitchFamily="50" charset="-128"/>
              <a:ea typeface="ＭＳ Ｐゴシック" panose="020B0600070205080204" pitchFamily="50" charset="-128"/>
            </a:endParaRPr>
          </a:p>
          <a:p>
            <a:r>
              <a:rPr lang="en-US" altLang="ja-JP" sz="1000" dirty="0">
                <a:solidFill>
                  <a:schemeClr val="tx1"/>
                </a:solidFill>
                <a:latin typeface="ＭＳ Ｐゴシック" panose="020B0600070205080204" pitchFamily="50" charset="-128"/>
                <a:ea typeface="ＭＳ Ｐゴシック" panose="020B0600070205080204" pitchFamily="50" charset="-128"/>
              </a:rPr>
              <a:t>【 </a:t>
            </a:r>
            <a:r>
              <a:rPr lang="ja-JP" altLang="en-US" sz="1000" dirty="0">
                <a:solidFill>
                  <a:schemeClr val="tx1"/>
                </a:solidFill>
                <a:latin typeface="ＭＳ Ｐゴシック" panose="020B0600070205080204" pitchFamily="50" charset="-128"/>
                <a:ea typeface="ＭＳ Ｐゴシック" panose="020B0600070205080204" pitchFamily="50" charset="-128"/>
              </a:rPr>
              <a:t>要旨 </a:t>
            </a:r>
            <a:r>
              <a:rPr lang="en-US" altLang="ja-JP" sz="1000" dirty="0">
                <a:solidFill>
                  <a:schemeClr val="tx1"/>
                </a:solidFill>
                <a:latin typeface="ＭＳ Ｐゴシック" panose="020B0600070205080204" pitchFamily="50" charset="-128"/>
                <a:ea typeface="ＭＳ Ｐゴシック" panose="020B0600070205080204" pitchFamily="50" charset="-128"/>
              </a:rPr>
              <a:t>】</a:t>
            </a:r>
          </a:p>
          <a:p>
            <a:r>
              <a:rPr lang="ja-JP" altLang="en-US" sz="1000" dirty="0">
                <a:solidFill>
                  <a:schemeClr val="tx1"/>
                </a:solidFill>
                <a:latin typeface="ＭＳ Ｐゴシック" panose="020B0600070205080204" pitchFamily="50" charset="-128"/>
                <a:ea typeface="ＭＳ Ｐゴシック" panose="020B0600070205080204" pitchFamily="50" charset="-128"/>
              </a:rPr>
              <a:t>本資料は、</a:t>
            </a:r>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メモリを初めて採用する開発者向けに、基本的な設定方法、初期化処理、主要機能の概要および利用時の注意事項を整理した導入・運用ガイドラインである。</a:t>
            </a:r>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の性能および信頼性を適切に確保するため、</a:t>
            </a:r>
            <a:r>
              <a:rPr lang="en-US" altLang="ja-JP" sz="1000" dirty="0">
                <a:solidFill>
                  <a:schemeClr val="tx1"/>
                </a:solidFill>
                <a:latin typeface="ＭＳ Ｐゴシック" panose="020B0600070205080204" pitchFamily="50" charset="-128"/>
                <a:ea typeface="ＭＳ Ｐゴシック" panose="020B0600070205080204" pitchFamily="50" charset="-128"/>
              </a:rPr>
              <a:t>BKOPS</a:t>
            </a:r>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Power Off Notification</a:t>
            </a:r>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PON</a:t>
            </a:r>
            <a:r>
              <a:rPr lang="ja-JP" altLang="en-US" sz="1000" dirty="0">
                <a:solidFill>
                  <a:schemeClr val="tx1"/>
                </a:solidFill>
                <a:latin typeface="ＭＳ Ｐゴシック" panose="020B0600070205080204" pitchFamily="50" charset="-128"/>
                <a:ea typeface="ＭＳ Ｐゴシック" panose="020B0600070205080204" pitchFamily="50" charset="-128"/>
              </a:rPr>
              <a:t>）、キャッシュ機能、</a:t>
            </a:r>
            <a:r>
              <a:rPr lang="en-US" altLang="ja-JP" sz="1000" dirty="0">
                <a:solidFill>
                  <a:schemeClr val="tx1"/>
                </a:solidFill>
                <a:latin typeface="ＭＳ Ｐゴシック" panose="020B0600070205080204" pitchFamily="50" charset="-128"/>
                <a:ea typeface="ＭＳ Ｐゴシック" panose="020B0600070205080204" pitchFamily="50" charset="-128"/>
              </a:rPr>
              <a:t>CMD</a:t>
            </a:r>
            <a:r>
              <a:rPr lang="ja-JP" altLang="en-US" sz="1000" dirty="0">
                <a:solidFill>
                  <a:schemeClr val="tx1"/>
                </a:solidFill>
                <a:latin typeface="ＭＳ Ｐゴシック" panose="020B0600070205080204" pitchFamily="50" charset="-128"/>
                <a:ea typeface="ＭＳ Ｐゴシック" panose="020B0600070205080204" pitchFamily="50" charset="-128"/>
              </a:rPr>
              <a:t>キューイング、</a:t>
            </a:r>
            <a:r>
              <a:rPr lang="en-US" altLang="ja-JP" sz="1000" dirty="0">
                <a:solidFill>
                  <a:schemeClr val="tx1"/>
                </a:solidFill>
                <a:latin typeface="ＭＳ Ｐゴシック" panose="020B0600070205080204" pitchFamily="50" charset="-128"/>
                <a:ea typeface="ＭＳ Ｐゴシック" panose="020B0600070205080204" pitchFamily="50" charset="-128"/>
              </a:rPr>
              <a:t>Write Booster</a:t>
            </a:r>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Host Refresh</a:t>
            </a:r>
            <a:r>
              <a:rPr lang="ja-JP" altLang="en-US" sz="1000" dirty="0">
                <a:solidFill>
                  <a:schemeClr val="tx1"/>
                </a:solidFill>
                <a:latin typeface="ＭＳ Ｐゴシック" panose="020B0600070205080204" pitchFamily="50" charset="-128"/>
                <a:ea typeface="ＭＳ Ｐゴシック" panose="020B0600070205080204" pitchFamily="50" charset="-128"/>
              </a:rPr>
              <a:t>等の機能について、理解しておくべき事項をまとめた。</a:t>
            </a:r>
            <a:endParaRPr lang="en-US" altLang="ja-JP" sz="1000" dirty="0">
              <a:solidFill>
                <a:schemeClr val="tx1"/>
              </a:solidFill>
              <a:latin typeface="ＭＳ Ｐゴシック" panose="020B0600070205080204" pitchFamily="50" charset="-128"/>
              <a:ea typeface="ＭＳ Ｐゴシック" panose="020B0600070205080204" pitchFamily="50" charset="-128"/>
            </a:endParaRPr>
          </a:p>
          <a:p>
            <a:pPr>
              <a:lnSpc>
                <a:spcPts val="500"/>
              </a:lnSpc>
            </a:pPr>
            <a:endParaRPr lang="en-US" altLang="ja-JP" sz="1000" dirty="0">
              <a:solidFill>
                <a:schemeClr val="tx1"/>
              </a:solidFill>
              <a:latin typeface="ＭＳ Ｐゴシック" panose="020B0600070205080204" pitchFamily="50" charset="-128"/>
              <a:ea typeface="ＭＳ Ｐゴシック" panose="020B0600070205080204" pitchFamily="50" charset="-128"/>
            </a:endParaRPr>
          </a:p>
          <a:p>
            <a:r>
              <a:rPr lang="en-US" altLang="ja-JP" sz="1000" dirty="0">
                <a:solidFill>
                  <a:schemeClr val="tx1"/>
                </a:solidFill>
                <a:latin typeface="ＭＳ Ｐゴシック" panose="020B0600070205080204" pitchFamily="50" charset="-128"/>
                <a:ea typeface="ＭＳ Ｐゴシック" panose="020B0600070205080204" pitchFamily="50" charset="-128"/>
              </a:rPr>
              <a:t>【 </a:t>
            </a:r>
            <a:r>
              <a:rPr lang="ja-JP" altLang="en-US" sz="1000" dirty="0">
                <a:solidFill>
                  <a:schemeClr val="tx1"/>
                </a:solidFill>
                <a:latin typeface="ＭＳ Ｐゴシック" panose="020B0600070205080204" pitchFamily="50" charset="-128"/>
                <a:ea typeface="ＭＳ Ｐゴシック" panose="020B0600070205080204" pitchFamily="50" charset="-128"/>
              </a:rPr>
              <a:t>作成背景 </a:t>
            </a:r>
            <a:r>
              <a:rPr lang="en-US" altLang="ja-JP" sz="1000" dirty="0">
                <a:solidFill>
                  <a:schemeClr val="tx1"/>
                </a:solidFill>
                <a:latin typeface="ＭＳ Ｐゴシック" panose="020B0600070205080204" pitchFamily="50" charset="-128"/>
                <a:ea typeface="ＭＳ Ｐゴシック" panose="020B0600070205080204" pitchFamily="50" charset="-128"/>
              </a:rPr>
              <a:t>】</a:t>
            </a:r>
            <a:endParaRPr lang="ja-JP" altLang="en-US" sz="1000" dirty="0">
              <a:solidFill>
                <a:schemeClr val="tx1"/>
              </a:solidFill>
              <a:latin typeface="ＭＳ Ｐゴシック" panose="020B0600070205080204" pitchFamily="50" charset="-128"/>
              <a:ea typeface="ＭＳ Ｐゴシック" panose="020B0600070205080204" pitchFamily="50" charset="-128"/>
            </a:endParaRPr>
          </a:p>
          <a:p>
            <a:r>
              <a:rPr lang="ja-JP" altLang="en-US" sz="1000" dirty="0">
                <a:solidFill>
                  <a:schemeClr val="tx1"/>
                </a:solidFill>
                <a:latin typeface="ＭＳ Ｐゴシック" panose="020B0600070205080204" pitchFamily="50" charset="-128"/>
                <a:ea typeface="ＭＳ Ｐゴシック" panose="020B0600070205080204" pitchFamily="50" charset="-128"/>
              </a:rPr>
              <a:t>近年のシステムでは大容量化・高速化の要求に伴い</a:t>
            </a:r>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メモリの採用が進んでいる。一方で、各種機能の動作を十分に理解しないまま利用した場合、性能低下、初期化時間の増加、データ保全性への影響などの課題が発生する可能性がある。本資料は、これらのリスクを低減し、開発初期段階から適切な設計判断を行うための参考資料として作成した。</a:t>
            </a:r>
            <a:endParaRPr lang="en-US" altLang="ja-JP" sz="1000" dirty="0">
              <a:solidFill>
                <a:schemeClr val="tx1"/>
              </a:solidFill>
              <a:latin typeface="ＭＳ Ｐゴシック" panose="020B0600070205080204" pitchFamily="50" charset="-128"/>
              <a:ea typeface="ＭＳ Ｐゴシック" panose="020B0600070205080204" pitchFamily="50" charset="-128"/>
            </a:endParaRPr>
          </a:p>
          <a:p>
            <a:pPr>
              <a:lnSpc>
                <a:spcPts val="500"/>
              </a:lnSpc>
            </a:pPr>
            <a:endParaRPr lang="en-US" altLang="ja-JP" sz="1000" dirty="0">
              <a:solidFill>
                <a:schemeClr val="tx1"/>
              </a:solidFill>
              <a:latin typeface="ＭＳ Ｐゴシック" panose="020B0600070205080204" pitchFamily="50" charset="-128"/>
              <a:ea typeface="ＭＳ Ｐゴシック" panose="020B0600070205080204" pitchFamily="50" charset="-128"/>
            </a:endParaRPr>
          </a:p>
          <a:p>
            <a:r>
              <a:rPr lang="en-US" altLang="ja-JP" sz="1000" dirty="0">
                <a:solidFill>
                  <a:schemeClr val="tx1"/>
                </a:solidFill>
                <a:latin typeface="ＭＳ Ｐゴシック" panose="020B0600070205080204" pitchFamily="50" charset="-128"/>
                <a:ea typeface="ＭＳ Ｐゴシック" panose="020B0600070205080204" pitchFamily="50" charset="-128"/>
              </a:rPr>
              <a:t>【 </a:t>
            </a:r>
            <a:r>
              <a:rPr lang="ja-JP" altLang="en-US" sz="1000" dirty="0">
                <a:solidFill>
                  <a:schemeClr val="tx1"/>
                </a:solidFill>
                <a:latin typeface="ＭＳ Ｐゴシック" panose="020B0600070205080204" pitchFamily="50" charset="-128"/>
                <a:ea typeface="ＭＳ Ｐゴシック" panose="020B0600070205080204" pitchFamily="50" charset="-128"/>
              </a:rPr>
              <a:t>本資料で扱う内容 </a:t>
            </a:r>
            <a:r>
              <a:rPr lang="en-US" altLang="ja-JP" sz="1000" dirty="0">
                <a:solidFill>
                  <a:schemeClr val="tx1"/>
                </a:solidFill>
                <a:latin typeface="ＭＳ Ｐゴシック" panose="020B0600070205080204" pitchFamily="50" charset="-128"/>
                <a:ea typeface="ＭＳ Ｐゴシック" panose="020B0600070205080204" pitchFamily="50" charset="-128"/>
              </a:rPr>
              <a:t>】</a:t>
            </a:r>
          </a:p>
          <a:p>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の設定および初期化シーケンス</a:t>
            </a:r>
          </a:p>
          <a:p>
            <a:r>
              <a:rPr lang="ja-JP" altLang="en-US" sz="1000" dirty="0">
                <a:solidFill>
                  <a:schemeClr val="tx1"/>
                </a:solidFill>
                <a:latin typeface="ＭＳ Ｐゴシック" panose="020B0600070205080204" pitchFamily="50" charset="-128"/>
                <a:ea typeface="ＭＳ Ｐゴシック" panose="020B0600070205080204" pitchFamily="50" charset="-128"/>
              </a:rPr>
              <a:t>・論理ユニット（</a:t>
            </a:r>
            <a:r>
              <a:rPr lang="en-US" altLang="ja-JP" sz="1000" dirty="0">
                <a:solidFill>
                  <a:schemeClr val="tx1"/>
                </a:solidFill>
                <a:latin typeface="ＭＳ Ｐゴシック" panose="020B0600070205080204" pitchFamily="50" charset="-128"/>
                <a:ea typeface="ＭＳ Ｐゴシック" panose="020B0600070205080204" pitchFamily="50" charset="-128"/>
              </a:rPr>
              <a:t>W-LU</a:t>
            </a:r>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User LU</a:t>
            </a:r>
            <a:r>
              <a:rPr lang="ja-JP" altLang="en-US" sz="1000" dirty="0">
                <a:solidFill>
                  <a:schemeClr val="tx1"/>
                </a:solidFill>
                <a:latin typeface="ＭＳ Ｐゴシック" panose="020B0600070205080204" pitchFamily="50" charset="-128"/>
                <a:ea typeface="ＭＳ Ｐゴシック" panose="020B0600070205080204" pitchFamily="50" charset="-128"/>
              </a:rPr>
              <a:t>）の概要</a:t>
            </a:r>
          </a:p>
          <a:p>
            <a:r>
              <a:rPr lang="ja-JP" altLang="en-US" sz="1000" dirty="0">
                <a:solidFill>
                  <a:schemeClr val="tx1"/>
                </a:solidFill>
                <a:latin typeface="ＭＳ Ｐゴシック" panose="020B0600070205080204" pitchFamily="50" charset="-128"/>
                <a:ea typeface="ＭＳ Ｐゴシック" panose="020B0600070205080204" pitchFamily="50" charset="-128"/>
              </a:rPr>
              <a:t>・リード／ライトおよびリフレッシュ動作</a:t>
            </a:r>
          </a:p>
          <a:p>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BKOPS</a:t>
            </a:r>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PON</a:t>
            </a:r>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Cache</a:t>
            </a:r>
            <a:r>
              <a:rPr lang="ja-JP" altLang="en-US" sz="1000" dirty="0">
                <a:solidFill>
                  <a:schemeClr val="tx1"/>
                </a:solidFill>
                <a:latin typeface="ＭＳ Ｐゴシック" panose="020B0600070205080204" pitchFamily="50" charset="-128"/>
                <a:ea typeface="ＭＳ Ｐゴシック" panose="020B0600070205080204" pitchFamily="50" charset="-128"/>
              </a:rPr>
              <a:t>機能の活用方法</a:t>
            </a:r>
          </a:p>
          <a:p>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CMD</a:t>
            </a:r>
            <a:r>
              <a:rPr lang="ja-JP" altLang="en-US" sz="1000" dirty="0">
                <a:solidFill>
                  <a:schemeClr val="tx1"/>
                </a:solidFill>
                <a:latin typeface="ＭＳ Ｐゴシック" panose="020B0600070205080204" pitchFamily="50" charset="-128"/>
                <a:ea typeface="ＭＳ Ｐゴシック" panose="020B0600070205080204" pitchFamily="50" charset="-128"/>
              </a:rPr>
              <a:t>キューイングおよび</a:t>
            </a:r>
            <a:r>
              <a:rPr lang="en-US" altLang="ja-JP" sz="1000" dirty="0">
                <a:solidFill>
                  <a:schemeClr val="tx1"/>
                </a:solidFill>
                <a:latin typeface="ＭＳ Ｐゴシック" panose="020B0600070205080204" pitchFamily="50" charset="-128"/>
                <a:ea typeface="ＭＳ Ｐゴシック" panose="020B0600070205080204" pitchFamily="50" charset="-128"/>
              </a:rPr>
              <a:t>Write Booster</a:t>
            </a:r>
            <a:r>
              <a:rPr lang="ja-JP" altLang="en-US" sz="1000" dirty="0">
                <a:solidFill>
                  <a:schemeClr val="tx1"/>
                </a:solidFill>
                <a:latin typeface="ＭＳ Ｐゴシック" panose="020B0600070205080204" pitchFamily="50" charset="-128"/>
                <a:ea typeface="ＭＳ Ｐゴシック" panose="020B0600070205080204" pitchFamily="50" charset="-128"/>
              </a:rPr>
              <a:t>の注意事項</a:t>
            </a:r>
          </a:p>
          <a:p>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Host Refresh</a:t>
            </a:r>
            <a:r>
              <a:rPr lang="ja-JP" altLang="en-US" sz="1000" dirty="0">
                <a:solidFill>
                  <a:schemeClr val="tx1"/>
                </a:solidFill>
                <a:latin typeface="ＭＳ Ｐゴシック" panose="020B0600070205080204" pitchFamily="50" charset="-128"/>
                <a:ea typeface="ＭＳ Ｐゴシック" panose="020B0600070205080204" pitchFamily="50" charset="-128"/>
              </a:rPr>
              <a:t>によるデータ保持管理</a:t>
            </a:r>
          </a:p>
          <a:p>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利用時の検証観点</a:t>
            </a:r>
            <a:endParaRPr lang="en-US" altLang="ja-JP" sz="1000" dirty="0">
              <a:solidFill>
                <a:schemeClr val="tx1"/>
              </a:solidFill>
              <a:latin typeface="ＭＳ Ｐゴシック" panose="020B0600070205080204" pitchFamily="50" charset="-128"/>
              <a:ea typeface="ＭＳ Ｐゴシック" panose="020B0600070205080204" pitchFamily="50" charset="-128"/>
            </a:endParaRPr>
          </a:p>
          <a:p>
            <a:pPr>
              <a:lnSpc>
                <a:spcPts val="500"/>
              </a:lnSpc>
            </a:pPr>
            <a:endParaRPr lang="en-US" altLang="ja-JP" sz="1000" dirty="0">
              <a:solidFill>
                <a:schemeClr val="tx1"/>
              </a:solidFill>
              <a:latin typeface="ＭＳ Ｐゴシック" panose="020B0600070205080204" pitchFamily="50" charset="-128"/>
              <a:ea typeface="ＭＳ Ｐゴシック" panose="020B0600070205080204" pitchFamily="50" charset="-128"/>
            </a:endParaRPr>
          </a:p>
          <a:p>
            <a:r>
              <a:rPr lang="en-US" altLang="ja-JP" sz="1000" dirty="0">
                <a:solidFill>
                  <a:schemeClr val="tx1"/>
                </a:solidFill>
                <a:latin typeface="ＭＳ Ｐゴシック" panose="020B0600070205080204" pitchFamily="50" charset="-128"/>
                <a:ea typeface="ＭＳ Ｐゴシック" panose="020B0600070205080204" pitchFamily="50" charset="-128"/>
              </a:rPr>
              <a:t>【 </a:t>
            </a:r>
            <a:r>
              <a:rPr lang="ja-JP" altLang="en-US" sz="1000" dirty="0">
                <a:solidFill>
                  <a:schemeClr val="tx1"/>
                </a:solidFill>
                <a:latin typeface="ＭＳ Ｐゴシック" panose="020B0600070205080204" pitchFamily="50" charset="-128"/>
                <a:ea typeface="ＭＳ Ｐゴシック" panose="020B0600070205080204" pitchFamily="50" charset="-128"/>
              </a:rPr>
              <a:t>対象者 </a:t>
            </a:r>
            <a:r>
              <a:rPr lang="en-US" altLang="ja-JP" sz="1000" dirty="0">
                <a:solidFill>
                  <a:schemeClr val="tx1"/>
                </a:solidFill>
                <a:latin typeface="ＭＳ Ｐゴシック" panose="020B0600070205080204" pitchFamily="50" charset="-128"/>
                <a:ea typeface="ＭＳ Ｐゴシック" panose="020B0600070205080204" pitchFamily="50" charset="-128"/>
              </a:rPr>
              <a:t>】</a:t>
            </a:r>
            <a:endParaRPr lang="ja-JP" altLang="en-US" sz="1000" dirty="0">
              <a:solidFill>
                <a:schemeClr val="tx1"/>
              </a:solidFill>
              <a:latin typeface="ＭＳ Ｐゴシック" panose="020B0600070205080204" pitchFamily="50" charset="-128"/>
              <a:ea typeface="ＭＳ Ｐゴシック" panose="020B0600070205080204" pitchFamily="50" charset="-128"/>
            </a:endParaRPr>
          </a:p>
          <a:p>
            <a:r>
              <a:rPr lang="ja-JP" altLang="en-US" sz="1000" dirty="0">
                <a:solidFill>
                  <a:schemeClr val="tx1"/>
                </a:solidFill>
                <a:latin typeface="ＭＳ Ｐゴシック" panose="020B0600070205080204" pitchFamily="50" charset="-128"/>
                <a:ea typeface="ＭＳ Ｐゴシック" panose="020B0600070205080204" pitchFamily="50" charset="-128"/>
              </a:rPr>
              <a:t>・システム設計担当者</a:t>
            </a:r>
          </a:p>
          <a:p>
            <a:r>
              <a:rPr lang="ja-JP" altLang="en-US" sz="1000" dirty="0">
                <a:solidFill>
                  <a:schemeClr val="tx1"/>
                </a:solidFill>
                <a:latin typeface="ＭＳ Ｐゴシック" panose="020B0600070205080204" pitchFamily="50" charset="-128"/>
                <a:ea typeface="ＭＳ Ｐゴシック" panose="020B0600070205080204" pitchFamily="50" charset="-128"/>
              </a:rPr>
              <a:t>・ソフトウェア開発担当者</a:t>
            </a:r>
          </a:p>
          <a:p>
            <a:r>
              <a:rPr lang="ja-JP" altLang="en-US" sz="1000" dirty="0">
                <a:solidFill>
                  <a:schemeClr val="tx1"/>
                </a:solidFill>
                <a:latin typeface="ＭＳ Ｐゴシック" panose="020B0600070205080204" pitchFamily="50" charset="-128"/>
                <a:ea typeface="ＭＳ Ｐゴシック" panose="020B0600070205080204" pitchFamily="50" charset="-128"/>
              </a:rPr>
              <a:t>・ストレージ評価担当者</a:t>
            </a:r>
          </a:p>
          <a:p>
            <a:pPr>
              <a:lnSpc>
                <a:spcPts val="500"/>
              </a:lnSpc>
            </a:pPr>
            <a:r>
              <a:rPr lang="en-US" altLang="ja-JP" sz="1000" dirty="0">
                <a:solidFill>
                  <a:schemeClr val="tx1"/>
                </a:solidFill>
                <a:latin typeface="ＭＳ Ｐゴシック" panose="020B0600070205080204" pitchFamily="50" charset="-128"/>
                <a:ea typeface="ＭＳ Ｐゴシック" panose="020B0600070205080204" pitchFamily="50" charset="-128"/>
              </a:rPr>
              <a:t> </a:t>
            </a:r>
          </a:p>
          <a:p>
            <a:r>
              <a:rPr lang="en-US" altLang="ja-JP" sz="1000" dirty="0">
                <a:solidFill>
                  <a:schemeClr val="tx1"/>
                </a:solidFill>
                <a:latin typeface="ＭＳ Ｐゴシック" panose="020B0600070205080204" pitchFamily="50" charset="-128"/>
                <a:ea typeface="ＭＳ Ｐゴシック" panose="020B0600070205080204" pitchFamily="50" charset="-128"/>
              </a:rPr>
              <a:t>【 </a:t>
            </a:r>
            <a:r>
              <a:rPr lang="ja-JP" altLang="en-US" sz="1000" dirty="0">
                <a:solidFill>
                  <a:schemeClr val="tx1"/>
                </a:solidFill>
                <a:latin typeface="ＭＳ Ｐゴシック" panose="020B0600070205080204" pitchFamily="50" charset="-128"/>
                <a:ea typeface="ＭＳ Ｐゴシック" panose="020B0600070205080204" pitchFamily="50" charset="-128"/>
              </a:rPr>
              <a:t>期待効果 </a:t>
            </a:r>
            <a:r>
              <a:rPr lang="en-US" altLang="ja-JP" sz="1000" dirty="0">
                <a:solidFill>
                  <a:schemeClr val="tx1"/>
                </a:solidFill>
                <a:latin typeface="ＭＳ Ｐゴシック" panose="020B0600070205080204" pitchFamily="50" charset="-128"/>
                <a:ea typeface="ＭＳ Ｐゴシック" panose="020B0600070205080204" pitchFamily="50" charset="-128"/>
              </a:rPr>
              <a:t>】</a:t>
            </a:r>
            <a:endParaRPr lang="ja-JP" altLang="en-US" sz="1000" dirty="0">
              <a:solidFill>
                <a:schemeClr val="tx1"/>
              </a:solidFill>
              <a:latin typeface="ＭＳ Ｐゴシック" panose="020B0600070205080204" pitchFamily="50" charset="-128"/>
              <a:ea typeface="ＭＳ Ｐゴシック" panose="020B0600070205080204" pitchFamily="50" charset="-128"/>
            </a:endParaRPr>
          </a:p>
          <a:p>
            <a:r>
              <a:rPr lang="ja-JP" altLang="en-US" sz="1000" dirty="0">
                <a:solidFill>
                  <a:schemeClr val="tx1"/>
                </a:solidFill>
                <a:latin typeface="ＭＳ Ｐゴシック" panose="020B0600070205080204" pitchFamily="50" charset="-128"/>
                <a:ea typeface="ＭＳ Ｐゴシック" panose="020B0600070205080204" pitchFamily="50" charset="-128"/>
              </a:rPr>
              <a:t>・</a:t>
            </a:r>
            <a:r>
              <a:rPr lang="en-US" altLang="ja-JP" sz="1000" dirty="0">
                <a:solidFill>
                  <a:schemeClr val="tx1"/>
                </a:solidFill>
                <a:latin typeface="ＭＳ Ｐゴシック" panose="020B0600070205080204" pitchFamily="50" charset="-128"/>
                <a:ea typeface="ＭＳ Ｐゴシック" panose="020B0600070205080204" pitchFamily="50" charset="-128"/>
              </a:rPr>
              <a:t>UFS</a:t>
            </a:r>
            <a:r>
              <a:rPr lang="ja-JP" altLang="en-US" sz="1000" dirty="0">
                <a:solidFill>
                  <a:schemeClr val="tx1"/>
                </a:solidFill>
                <a:latin typeface="ＭＳ Ｐゴシック" panose="020B0600070205080204" pitchFamily="50" charset="-128"/>
                <a:ea typeface="ＭＳ Ｐゴシック" panose="020B0600070205080204" pitchFamily="50" charset="-128"/>
              </a:rPr>
              <a:t>機能の理解促進</a:t>
            </a:r>
          </a:p>
          <a:p>
            <a:r>
              <a:rPr lang="ja-JP" altLang="en-US" sz="1000" dirty="0">
                <a:solidFill>
                  <a:schemeClr val="tx1"/>
                </a:solidFill>
                <a:latin typeface="ＭＳ Ｐゴシック" panose="020B0600070205080204" pitchFamily="50" charset="-128"/>
                <a:ea typeface="ＭＳ Ｐゴシック" panose="020B0600070205080204" pitchFamily="50" charset="-128"/>
              </a:rPr>
              <a:t>・設計・実装時の考慮漏れ防止</a:t>
            </a:r>
          </a:p>
          <a:p>
            <a:r>
              <a:rPr lang="ja-JP" altLang="en-US" sz="1000" dirty="0">
                <a:solidFill>
                  <a:schemeClr val="tx1"/>
                </a:solidFill>
                <a:latin typeface="ＭＳ Ｐゴシック" panose="020B0600070205080204" pitchFamily="50" charset="-128"/>
                <a:ea typeface="ＭＳ Ｐゴシック" panose="020B0600070205080204" pitchFamily="50" charset="-128"/>
              </a:rPr>
              <a:t>・データ信頼性向上</a:t>
            </a:r>
          </a:p>
          <a:p>
            <a:r>
              <a:rPr lang="ja-JP" altLang="en-US" sz="1000" dirty="0">
                <a:solidFill>
                  <a:schemeClr val="tx1"/>
                </a:solidFill>
                <a:latin typeface="ＭＳ Ｐゴシック" panose="020B0600070205080204" pitchFamily="50" charset="-128"/>
                <a:ea typeface="ＭＳ Ｐゴシック" panose="020B0600070205080204" pitchFamily="50" charset="-128"/>
              </a:rPr>
              <a:t>・性能および製品品質の向上</a:t>
            </a:r>
            <a:endParaRPr lang="en-US" altLang="ja-JP" sz="1000" dirty="0">
              <a:solidFill>
                <a:schemeClr val="tx1"/>
              </a:solidFill>
              <a:latin typeface="ＭＳ Ｐゴシック" panose="020B0600070205080204" pitchFamily="50" charset="-128"/>
              <a:ea typeface="ＭＳ Ｐゴシック" panose="020B0600070205080204" pitchFamily="50" charset="-128"/>
            </a:endParaRPr>
          </a:p>
          <a:p>
            <a:pPr>
              <a:lnSpc>
                <a:spcPts val="500"/>
              </a:lnSpc>
            </a:pPr>
            <a:endParaRPr lang="en-US" altLang="ja-JP" sz="1000" dirty="0">
              <a:solidFill>
                <a:schemeClr val="tx1"/>
              </a:solidFill>
              <a:latin typeface="ＭＳ Ｐゴシック" panose="020B0600070205080204" pitchFamily="50" charset="-128"/>
              <a:ea typeface="ＭＳ Ｐゴシック" panose="020B0600070205080204" pitchFamily="50" charset="-128"/>
            </a:endParaRPr>
          </a:p>
          <a:p>
            <a:r>
              <a:rPr lang="en-US" altLang="ja-JP" sz="1000" dirty="0">
                <a:solidFill>
                  <a:schemeClr val="tx1"/>
                </a:solidFill>
                <a:latin typeface="ＭＳ Ｐゴシック" panose="020B0600070205080204" pitchFamily="50" charset="-128"/>
                <a:ea typeface="ＭＳ Ｐゴシック" panose="020B0600070205080204" pitchFamily="50" charset="-128"/>
              </a:rPr>
              <a:t>【 SPO</a:t>
            </a:r>
            <a:r>
              <a:rPr lang="ja-JP" altLang="en-US" sz="1000" dirty="0">
                <a:solidFill>
                  <a:schemeClr val="tx1"/>
                </a:solidFill>
                <a:latin typeface="ＭＳ Ｐゴシック" panose="020B0600070205080204" pitchFamily="50" charset="-128"/>
                <a:ea typeface="ＭＳ Ｐゴシック" panose="020B0600070205080204" pitchFamily="50" charset="-128"/>
              </a:rPr>
              <a:t>リンク先 </a:t>
            </a:r>
            <a:r>
              <a:rPr lang="en-US" altLang="ja-JP" sz="1000" dirty="0">
                <a:solidFill>
                  <a:schemeClr val="tx1"/>
                </a:solidFill>
                <a:latin typeface="ＭＳ Ｐゴシック" panose="020B0600070205080204" pitchFamily="50" charset="-128"/>
                <a:ea typeface="ＭＳ Ｐゴシック" panose="020B0600070205080204" pitchFamily="50" charset="-128"/>
              </a:rPr>
              <a:t>】</a:t>
            </a:r>
          </a:p>
          <a:p>
            <a:r>
              <a:rPr lang="en-US" altLang="ja-JP" sz="1000" dirty="0">
                <a:solidFill>
                  <a:schemeClr val="tx1"/>
                </a:solidFill>
                <a:latin typeface="ＭＳ Ｐゴシック" panose="020B0600070205080204" pitchFamily="50" charset="-128"/>
                <a:ea typeface="ＭＳ Ｐゴシック" panose="020B0600070205080204" pitchFamily="50" charset="-128"/>
              </a:rPr>
              <a:t>https://globaldenso.sharepoint.com/sites/jp100833/0032/</a:t>
            </a:r>
          </a:p>
        </p:txBody>
      </p:sp>
      <p:sp>
        <p:nvSpPr>
          <p:cNvPr id="3" name="ReportCategory">
            <a:extLst>
              <a:ext uri="{FF2B5EF4-FFF2-40B4-BE49-F238E27FC236}">
                <a16:creationId xmlns:a16="http://schemas.microsoft.com/office/drawing/2014/main" id="{E3FA7245-C095-D6EB-5690-F7BA6D885A3B}"/>
              </a:ext>
            </a:extLst>
          </p:cNvPr>
          <p:cNvSpPr/>
          <p:nvPr/>
        </p:nvSpPr>
        <p:spPr>
          <a:xfrm>
            <a:off x="5373216" y="816186"/>
            <a:ext cx="1328439" cy="16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en-US" altLang="ja-JP" sz="900" dirty="0">
                <a:solidFill>
                  <a:schemeClr val="tx1"/>
                </a:solidFill>
                <a:latin typeface="ＭＳ Ｐゴシック" panose="020B0600070205080204" pitchFamily="50" charset="-128"/>
                <a:ea typeface="ＭＳ Ｐゴシック" panose="020B0600070205080204" pitchFamily="50" charset="-128"/>
              </a:rPr>
              <a:t>26-017492</a:t>
            </a:r>
            <a:endParaRPr lang="ja-JP" altLang="en-US" sz="900" dirty="0">
              <a:solidFill>
                <a:schemeClr val="tx1"/>
              </a:solidFill>
              <a:latin typeface="ＭＳ Ｐゴシック" panose="020B0600070205080204" pitchFamily="50" charset="-128"/>
              <a:ea typeface="ＭＳ Ｐゴシック" panose="020B0600070205080204" pitchFamily="50" charset="-128"/>
            </a:endParaRPr>
          </a:p>
        </p:txBody>
      </p:sp>
      <p:sp>
        <p:nvSpPr>
          <p:cNvPr id="4" name="ReportCategory">
            <a:extLst>
              <a:ext uri="{FF2B5EF4-FFF2-40B4-BE49-F238E27FC236}">
                <a16:creationId xmlns:a16="http://schemas.microsoft.com/office/drawing/2014/main" id="{686B3FDF-5657-C30A-3F02-F0F2CEE67A79}"/>
              </a:ext>
            </a:extLst>
          </p:cNvPr>
          <p:cNvSpPr/>
          <p:nvPr/>
        </p:nvSpPr>
        <p:spPr>
          <a:xfrm>
            <a:off x="5366812" y="975093"/>
            <a:ext cx="1328439" cy="162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en-US" altLang="ja-JP" sz="900" dirty="0">
                <a:solidFill>
                  <a:schemeClr val="tx1"/>
                </a:solidFill>
                <a:latin typeface="ＭＳ Ｐゴシック" panose="020B0600070205080204" pitchFamily="50" charset="-128"/>
                <a:ea typeface="ＭＳ Ｐゴシック" panose="020B0600070205080204" pitchFamily="50" charset="-128"/>
              </a:rPr>
              <a:t>2026/07/08</a:t>
            </a:r>
            <a:endParaRPr lang="ja-JP" altLang="en-US" sz="900" dirty="0">
              <a:solidFill>
                <a:schemeClr val="tx1"/>
              </a:solidFill>
              <a:latin typeface="ＭＳ Ｐゴシック" panose="020B0600070205080204" pitchFamily="50" charset="-128"/>
              <a:ea typeface="ＭＳ Ｐゴシック" panose="020B0600070205080204" pitchFamily="50" charset="-128"/>
            </a:endParaRPr>
          </a:p>
        </p:txBody>
      </p:sp>
    </p:spTree>
  </p:cSld>
  <p:clrMapOvr>
    <a:masterClrMapping/>
  </p:clrMapOvr>
</p:sld>
</file>

<file path=ppt/theme/theme1.xml><?xml version="1.0" encoding="utf-8"?>
<a:theme xmlns:a="http://schemas.openxmlformats.org/drawingml/2006/main" name="標準デザイン">
  <a:themeElements>
    <a:clrScheme name="スリップストリーム">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標準デザイン">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974960F6F4D3EC4EB54B88DAF4046724" ma:contentTypeVersion="4" ma:contentTypeDescription="新しいドキュメントを作成します。" ma:contentTypeScope="" ma:versionID="a22e4c439cb818038f9581b4274c2eb4">
  <xsd:schema xmlns:xsd="http://www.w3.org/2001/XMLSchema" xmlns:xs="http://www.w3.org/2001/XMLSchema" xmlns:p="http://schemas.microsoft.com/office/2006/metadata/properties" xmlns:ns2="e2212d83-8942-4bc8-8621-a30d873eea59" xmlns:ns3="5b39c724-64f6-4d50-b8e8-028ab9585ad0" targetNamespace="http://schemas.microsoft.com/office/2006/metadata/properties" ma:root="true" ma:fieldsID="e87000bfeeb0b7c30380caa2ca53686a" ns2:_="" ns3:_="">
    <xsd:import namespace="e2212d83-8942-4bc8-8621-a30d873eea59"/>
    <xsd:import namespace="5b39c724-64f6-4d50-b8e8-028ab9585ad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212d83-8942-4bc8-8621-a30d873eea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39c724-64f6-4d50-b8e8-028ab9585ad0"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D5F16B-1D6D-4406-BA9B-B8267D8A35E6}">
  <ds:schemaRefs>
    <ds:schemaRef ds:uri="http://schemas.microsoft.com/sharepoint/v3/contenttype/forms"/>
  </ds:schemaRefs>
</ds:datastoreItem>
</file>

<file path=customXml/itemProps2.xml><?xml version="1.0" encoding="utf-8"?>
<ds:datastoreItem xmlns:ds="http://schemas.openxmlformats.org/officeDocument/2006/customXml" ds:itemID="{7D7DD5BF-7ED9-4EAE-A8FC-A845ED4A9299}">
  <ds:schemaRefs>
    <ds:schemaRef ds:uri="http://www.w3.org/XML/1998/namespace"/>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e2212d83-8942-4bc8-8621-a30d873eea59"/>
    <ds:schemaRef ds:uri="5b39c724-64f6-4d50-b8e8-028ab9585ad0"/>
    <ds:schemaRef ds:uri="http://schemas.microsoft.com/office/2006/metadata/properties"/>
    <ds:schemaRef ds:uri="http://purl.org/dc/dcmitype/"/>
    <ds:schemaRef ds:uri="http://purl.org/dc/elements/1.1/"/>
  </ds:schemaRefs>
</ds:datastoreItem>
</file>

<file path=customXml/itemProps3.xml><?xml version="1.0" encoding="utf-8"?>
<ds:datastoreItem xmlns:ds="http://schemas.openxmlformats.org/officeDocument/2006/customXml" ds:itemID="{64AA9F08-BAEB-4662-9CEB-D0908EE6B9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212d83-8942-4bc8-8621-a30d873eea59"/>
    <ds:schemaRef ds:uri="5b39c724-64f6-4d50-b8e8-028ab9585a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5911</TotalTime>
  <Words>521</Words>
  <Application>Microsoft Office PowerPoint</Application>
  <PresentationFormat>A4 210 x 297 mm</PresentationFormat>
  <Paragraphs>41</Paragraphs>
  <Slides>1</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vt:i4>
      </vt:variant>
    </vt:vector>
  </HeadingPairs>
  <TitlesOfParts>
    <vt:vector size="7" baseType="lpstr">
      <vt:lpstr>Meiryo UI</vt:lpstr>
      <vt:lpstr>ＭＳ Ｐゴシック</vt:lpstr>
      <vt:lpstr>ＭＳ ゴシック</vt:lpstr>
      <vt:lpstr>游ゴシック</vt:lpstr>
      <vt:lpstr>Times New Roman</vt:lpstr>
      <vt:lpstr>標準デザイン</vt:lpstr>
      <vt:lpstr>PowerPoint プレゼンテーション</vt:lpstr>
    </vt:vector>
  </TitlesOfParts>
  <Manager>技術管理部</Manager>
  <Company>株式会社デンソー</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試験研究報告書（表紙）</dc:title>
  <dc:subject>電子フォーマット</dc:subject>
  <dc:creator>阿川　祐司</dc:creator>
  <dc:description>EDISON</dc:description>
  <cp:lastModifiedBy>Hiroya Ito (伊藤 浩也)</cp:lastModifiedBy>
  <cp:revision>258</cp:revision>
  <cp:lastPrinted>2026-07-07T01:43:39Z</cp:lastPrinted>
  <dcterms:created xsi:type="dcterms:W3CDTF">2007-06-08T04:46:41Z</dcterms:created>
  <dcterms:modified xsi:type="dcterms:W3CDTF">2026-07-07T23:41:38Z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EDISON_ABST_VER">
    <vt:lpwstr>1.0.0</vt:lpwstr>
  </property>
  <property fmtid="{D5CDD505-2E9C-101B-9397-08002B2CF9AE}" pid="3" name="ContentTypeId">
    <vt:lpwstr>0x010100974960F6F4D3EC4EB54B88DAF4046724</vt:lpwstr>
  </property>
  <property fmtid="{D5CDD505-2E9C-101B-9397-08002B2CF9AE}" pid="4" name="MSIP_Label_6add209e-37c4-4e15-ab1b-f9befe71def1_Enabled">
    <vt:lpwstr>true</vt:lpwstr>
  </property>
  <property fmtid="{D5CDD505-2E9C-101B-9397-08002B2CF9AE}" pid="5" name="MSIP_Label_6add209e-37c4-4e15-ab1b-f9befe71def1_SetDate">
    <vt:lpwstr>2023-07-04T06:51:16Z</vt:lpwstr>
  </property>
  <property fmtid="{D5CDD505-2E9C-101B-9397-08002B2CF9AE}" pid="6" name="MSIP_Label_6add209e-37c4-4e15-ab1b-f9befe71def1_Method">
    <vt:lpwstr>Privileged</vt:lpwstr>
  </property>
  <property fmtid="{D5CDD505-2E9C-101B-9397-08002B2CF9AE}" pid="7" name="MSIP_Label_6add209e-37c4-4e15-ab1b-f9befe71def1_Name">
    <vt:lpwstr>G_MIP_Confidential_Exception</vt:lpwstr>
  </property>
  <property fmtid="{D5CDD505-2E9C-101B-9397-08002B2CF9AE}" pid="8" name="MSIP_Label_6add209e-37c4-4e15-ab1b-f9befe71def1_SiteId">
    <vt:lpwstr>69405920-b673-4f7c-8845-e124e9d08af2</vt:lpwstr>
  </property>
  <property fmtid="{D5CDD505-2E9C-101B-9397-08002B2CF9AE}" pid="9" name="MSIP_Label_6add209e-37c4-4e15-ab1b-f9befe71def1_ActionId">
    <vt:lpwstr>77c507eb-dbeb-4c06-b9c3-4edf76809266</vt:lpwstr>
  </property>
  <property fmtid="{D5CDD505-2E9C-101B-9397-08002B2CF9AE}" pid="10" name="MSIP_Label_6add209e-37c4-4e15-ab1b-f9befe71def1_ContentBits">
    <vt:lpwstr>0</vt:lpwstr>
  </property>
</Properties>
</file>