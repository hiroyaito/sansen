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1" r:id="rId2"/>
    <p:sldId id="2572" r:id="rId3"/>
    <p:sldId id="2568" r:id="rId4"/>
    <p:sldId id="2569" r:id="rId5"/>
    <p:sldId id="2570" r:id="rId6"/>
    <p:sldId id="2571" r:id="rId7"/>
    <p:sldId id="2573" r:id="rId8"/>
    <p:sldId id="2574" r:id="rId9"/>
    <p:sldId id="2575" r:id="rId10"/>
    <p:sldId id="2576" r:id="rId11"/>
    <p:sldId id="2577"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FSハードウェア構造 基礎説明資料（ソフト理解の前提）" id="{F2D57FA5-1514-4063-BCCD-B5B1F6FFC3D7}">
          <p14:sldIdLst>
            <p14:sldId id="2561"/>
          </p14:sldIdLst>
        </p14:section>
        <p14:section name="UFSハードウェア全体像の理解" id="{4FE1FCDE-F7FC-444A-8DC5-50AD289AC4DB}">
          <p14:sldIdLst>
            <p14:sldId id="2572"/>
            <p14:sldId id="2568"/>
            <p14:sldId id="2569"/>
            <p14:sldId id="2570"/>
            <p14:sldId id="2571"/>
            <p14:sldId id="2573"/>
            <p14:sldId id="2574"/>
            <p14:sldId id="2575"/>
            <p14:sldId id="2576"/>
            <p14:sldId id="25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58" autoAdjust="0"/>
    <p:restoredTop sz="80727" autoAdjust="0"/>
  </p:normalViewPr>
  <p:slideViewPr>
    <p:cSldViewPr snapToGrid="0">
      <p:cViewPr>
        <p:scale>
          <a:sx n="100" d="100"/>
          <a:sy n="100" d="100"/>
        </p:scale>
        <p:origin x="1866"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BAFB94-9F0C-42DB-998C-44FE8BA72D92}" type="datetimeFigureOut">
              <a:t>2026/7/14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D02059-F260-4E99-915D-27BE54072DB8}" type="slidenum">
              <a:t>‹#›</a:t>
            </a:fld>
            <a:endParaRPr lang="en-US"/>
          </a:p>
        </p:txBody>
      </p:sp>
    </p:spTree>
    <p:extLst>
      <p:ext uri="{BB962C8B-B14F-4D97-AF65-F5344CB8AC3E}">
        <p14:creationId xmlns:p14="http://schemas.microsoft.com/office/powerpoint/2010/main" val="1935983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a:t>AI 生成コンテンツは間違っている可能性があります。
---
</a:t>
            </a:r>
          </a:p>
        </p:txBody>
      </p:sp>
      <p:sp>
        <p:nvSpPr>
          <p:cNvPr id="4" name="Slide Number Placeholder 3"/>
          <p:cNvSpPr>
            <a:spLocks noGrp="1"/>
          </p:cNvSpPr>
          <p:nvPr>
            <p:ph type="sldNum" sz="quarter" idx="5"/>
          </p:nvPr>
        </p:nvSpPr>
        <p:spPr/>
        <p:txBody>
          <a:bodyPr/>
          <a:lstStyle/>
          <a:p>
            <a:fld id="{59641148-D5E2-42FD-A7A3-932CCEBDED40}" type="slidenum">
              <a:t>1</a:t>
            </a:fld>
            <a:endParaRPr lang="en-US"/>
          </a:p>
        </p:txBody>
      </p:sp>
    </p:spTree>
    <p:extLst>
      <p:ext uri="{BB962C8B-B14F-4D97-AF65-F5344CB8AC3E}">
        <p14:creationId xmlns:p14="http://schemas.microsoft.com/office/powerpoint/2010/main" val="26069787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D3D02059-F260-4E99-915D-27BE54072DB8}" type="slidenum">
              <a:rPr lang="en-US" altLang="ja-JP" smtClean="0"/>
              <a:t>8</a:t>
            </a:fld>
            <a:endParaRPr lang="ja-JP" altLang="en-US"/>
          </a:p>
        </p:txBody>
      </p:sp>
    </p:spTree>
    <p:extLst>
      <p:ext uri="{BB962C8B-B14F-4D97-AF65-F5344CB8AC3E}">
        <p14:creationId xmlns:p14="http://schemas.microsoft.com/office/powerpoint/2010/main" val="2590615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802E3-CE0B-956B-AA07-2DB1C2DFEB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837248C-6704-98B0-868B-D5BD989277B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16679C0-2339-43A7-59EC-A76C9EFA632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E437879-3F9C-F91B-3F5B-8D57E09EA73D}"/>
              </a:ext>
            </a:extLst>
          </p:cNvPr>
          <p:cNvSpPr>
            <a:spLocks noGrp="1"/>
          </p:cNvSpPr>
          <p:nvPr>
            <p:ph type="sldNum" sz="quarter" idx="5"/>
          </p:nvPr>
        </p:nvSpPr>
        <p:spPr/>
        <p:txBody>
          <a:bodyPr/>
          <a:lstStyle/>
          <a:p>
            <a:fld id="{D3D02059-F260-4E99-915D-27BE54072DB8}" type="slidenum">
              <a:rPr lang="en-US" altLang="ja-JP" smtClean="0"/>
              <a:t>9</a:t>
            </a:fld>
            <a:endParaRPr lang="ja-JP" altLang="en-US"/>
          </a:p>
        </p:txBody>
      </p:sp>
    </p:spTree>
    <p:extLst>
      <p:ext uri="{BB962C8B-B14F-4D97-AF65-F5344CB8AC3E}">
        <p14:creationId xmlns:p14="http://schemas.microsoft.com/office/powerpoint/2010/main" val="1403425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4ACE2-EF01-F6D4-B28C-49F389C7596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11AA755-E9AC-E33B-0161-B7F4F3FD3F1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5079ACB-D4FB-1716-206B-BE0FD684861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E25E5B9-8C2A-9730-4604-ACCBBB1C37F4}"/>
              </a:ext>
            </a:extLst>
          </p:cNvPr>
          <p:cNvSpPr>
            <a:spLocks noGrp="1"/>
          </p:cNvSpPr>
          <p:nvPr>
            <p:ph type="sldNum" sz="quarter" idx="5"/>
          </p:nvPr>
        </p:nvSpPr>
        <p:spPr/>
        <p:txBody>
          <a:bodyPr/>
          <a:lstStyle/>
          <a:p>
            <a:fld id="{D3D02059-F260-4E99-915D-27BE54072DB8}" type="slidenum">
              <a:rPr lang="en-US" altLang="ja-JP" smtClean="0"/>
              <a:t>10</a:t>
            </a:fld>
            <a:endParaRPr lang="ja-JP" altLang="en-US"/>
          </a:p>
        </p:txBody>
      </p:sp>
    </p:spTree>
    <p:extLst>
      <p:ext uri="{BB962C8B-B14F-4D97-AF65-F5344CB8AC3E}">
        <p14:creationId xmlns:p14="http://schemas.microsoft.com/office/powerpoint/2010/main" val="1002480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C37C0-A049-A23C-76F8-4DACDE84308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63274CA-CBBD-9CA6-921F-8FA8F911D74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D49489D-4410-B050-5B37-A262824D2AE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ABB83B9-45FE-8E19-4C62-54413BD2DB01}"/>
              </a:ext>
            </a:extLst>
          </p:cNvPr>
          <p:cNvSpPr>
            <a:spLocks noGrp="1"/>
          </p:cNvSpPr>
          <p:nvPr>
            <p:ph type="sldNum" sz="quarter" idx="5"/>
          </p:nvPr>
        </p:nvSpPr>
        <p:spPr/>
        <p:txBody>
          <a:bodyPr/>
          <a:lstStyle/>
          <a:p>
            <a:fld id="{D3D02059-F260-4E99-915D-27BE54072DB8}" type="slidenum">
              <a:rPr lang="en-US" altLang="ja-JP" smtClean="0"/>
              <a:t>11</a:t>
            </a:fld>
            <a:endParaRPr lang="ja-JP" altLang="en-US"/>
          </a:p>
        </p:txBody>
      </p:sp>
    </p:spTree>
    <p:extLst>
      <p:ext uri="{BB962C8B-B14F-4D97-AF65-F5344CB8AC3E}">
        <p14:creationId xmlns:p14="http://schemas.microsoft.com/office/powerpoint/2010/main" val="28933643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p:bg>
      <p:bgPr>
        <a:solidFill>
          <a:schemeClr val="accent4"/>
        </a:solidFill>
        <a:effectLst/>
      </p:bgPr>
    </p:bg>
    <p:spTree>
      <p:nvGrpSpPr>
        <p:cNvPr id="1" name=""/>
        <p:cNvGrpSpPr/>
        <p:nvPr/>
      </p:nvGrpSpPr>
      <p:grpSpPr>
        <a:xfrm>
          <a:off x="0" y="0"/>
          <a:ext cx="0" cy="0"/>
          <a:chOff x="0" y="0"/>
          <a:chExt cx="0" cy="0"/>
        </a:xfrm>
      </p:grpSpPr>
      <p:sp>
        <p:nvSpPr>
          <p:cNvPr id="7" name="フリーフォーム(F) 6">
            <a:extLst>
              <a:ext uri="{FF2B5EF4-FFF2-40B4-BE49-F238E27FC236}">
                <a16:creationId xmlns:a16="http://schemas.microsoft.com/office/drawing/2014/main" id="{8F89D142-48C7-4B2F-15DD-C1AA8B74CEA7}"/>
              </a:ext>
            </a:extLst>
          </p:cNvPr>
          <p:cNvSpPr/>
          <p:nvPr userDrawn="1"/>
        </p:nvSpPr>
        <p:spPr>
          <a:xfrm flipH="1">
            <a:off x="114300" y="148867"/>
            <a:ext cx="3545020" cy="6544413"/>
          </a:xfrm>
          <a:custGeom>
            <a:avLst/>
            <a:gdLst>
              <a:gd name="connsiteX0" fmla="*/ 4726693 w 4726693"/>
              <a:gd name="connsiteY0" fmla="*/ 0 h 6544413"/>
              <a:gd name="connsiteX1" fmla="*/ 3272207 w 4726693"/>
              <a:gd name="connsiteY1" fmla="*/ 0 h 6544413"/>
              <a:gd name="connsiteX2" fmla="*/ 3231795 w 4726693"/>
              <a:gd name="connsiteY2" fmla="*/ 0 h 6544413"/>
              <a:gd name="connsiteX3" fmla="*/ 3231795 w 4726693"/>
              <a:gd name="connsiteY3" fmla="*/ 2042 h 6544413"/>
              <a:gd name="connsiteX4" fmla="*/ 2937642 w 4726693"/>
              <a:gd name="connsiteY4" fmla="*/ 16895 h 6544413"/>
              <a:gd name="connsiteX5" fmla="*/ 0 w 4726693"/>
              <a:gd name="connsiteY5" fmla="*/ 3272207 h 6544413"/>
              <a:gd name="connsiteX6" fmla="*/ 2937642 w 4726693"/>
              <a:gd name="connsiteY6" fmla="*/ 6527520 h 6544413"/>
              <a:gd name="connsiteX7" fmla="*/ 3231795 w 4726693"/>
              <a:gd name="connsiteY7" fmla="*/ 6542374 h 6544413"/>
              <a:gd name="connsiteX8" fmla="*/ 3231795 w 4726693"/>
              <a:gd name="connsiteY8" fmla="*/ 6544413 h 6544413"/>
              <a:gd name="connsiteX9" fmla="*/ 3272207 w 4726693"/>
              <a:gd name="connsiteY9" fmla="*/ 6544413 h 6544413"/>
              <a:gd name="connsiteX10" fmla="*/ 4726693 w 47266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6693" h="6544413">
                <a:moveTo>
                  <a:pt x="4726693" y="0"/>
                </a:moveTo>
                <a:lnTo>
                  <a:pt x="3272207" y="0"/>
                </a:lnTo>
                <a:lnTo>
                  <a:pt x="3231795" y="0"/>
                </a:lnTo>
                <a:lnTo>
                  <a:pt x="3231795" y="2042"/>
                </a:lnTo>
                <a:lnTo>
                  <a:pt x="2937642" y="16895"/>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4726693" y="6544413"/>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8" name="フリーフォーム(F) 7">
            <a:extLst>
              <a:ext uri="{FF2B5EF4-FFF2-40B4-BE49-F238E27FC236}">
                <a16:creationId xmlns:a16="http://schemas.microsoft.com/office/drawing/2014/main" id="{ABB81958-D94B-B3A5-BE29-F93DD5E2EDB2}"/>
              </a:ext>
            </a:extLst>
          </p:cNvPr>
          <p:cNvSpPr/>
          <p:nvPr userDrawn="1"/>
        </p:nvSpPr>
        <p:spPr>
          <a:xfrm>
            <a:off x="7036039" y="208405"/>
            <a:ext cx="1993661" cy="6425334"/>
          </a:xfrm>
          <a:custGeom>
            <a:avLst/>
            <a:gdLst>
              <a:gd name="connsiteX0" fmla="*/ 2658214 w 2658214"/>
              <a:gd name="connsiteY0" fmla="*/ 0 h 6425334"/>
              <a:gd name="connsiteX1" fmla="*/ 2658214 w 2658214"/>
              <a:gd name="connsiteY1" fmla="*/ 6425334 h 6425334"/>
              <a:gd name="connsiteX2" fmla="*/ 2612743 w 2658214"/>
              <a:gd name="connsiteY2" fmla="*/ 6418395 h 6425334"/>
              <a:gd name="connsiteX3" fmla="*/ 0 w 2658214"/>
              <a:gd name="connsiteY3" fmla="*/ 3212667 h 6425334"/>
              <a:gd name="connsiteX4" fmla="*/ 2612743 w 2658214"/>
              <a:gd name="connsiteY4" fmla="*/ 6940 h 6425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214" h="6425334">
                <a:moveTo>
                  <a:pt x="2658214" y="0"/>
                </a:moveTo>
                <a:lnTo>
                  <a:pt x="2658214" y="6425334"/>
                </a:lnTo>
                <a:lnTo>
                  <a:pt x="2612743" y="6418395"/>
                </a:lnTo>
                <a:cubicBezTo>
                  <a:pt x="1121654" y="6113274"/>
                  <a:pt x="0" y="4793958"/>
                  <a:pt x="0" y="3212667"/>
                </a:cubicBezTo>
                <a:cubicBezTo>
                  <a:pt x="0" y="1631376"/>
                  <a:pt x="1121654" y="312061"/>
                  <a:pt x="2612743" y="694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9" name="円/楕円 8">
            <a:extLst>
              <a:ext uri="{FF2B5EF4-FFF2-40B4-BE49-F238E27FC236}">
                <a16:creationId xmlns:a16="http://schemas.microsoft.com/office/drawing/2014/main" id="{6B80D1EA-D037-BD68-F8A9-BA26026B7724}"/>
              </a:ext>
            </a:extLst>
          </p:cNvPr>
          <p:cNvSpPr/>
          <p:nvPr userDrawn="1"/>
        </p:nvSpPr>
        <p:spPr>
          <a:xfrm rot="20019298">
            <a:off x="3845642" y="-88436"/>
            <a:ext cx="3004076" cy="7037751"/>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2" name="タイトル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00050" y="2164794"/>
            <a:ext cx="7258050" cy="4179161"/>
          </a:xfrm>
        </p:spPr>
        <p:txBody>
          <a:bodyPr vert="horz" lIns="91440" tIns="45720" rIns="91440" bIns="45720" rtlCol="0" anchor="b">
            <a:normAutofit/>
          </a:bodyPr>
          <a:lstStyle>
            <a:lvl1pPr>
              <a:defRPr lang="en-US" sz="3600" dirty="0">
                <a:latin typeface="Meiryo UI" panose="020B0604030504040204" pitchFamily="34" charset="-128"/>
                <a:ea typeface="Meiryo UI" panose="020B0604030504040204" pitchFamily="34" charset="-128"/>
              </a:defRPr>
            </a:lvl1pPr>
          </a:lstStyle>
          <a:p>
            <a:pPr lvl="0" rtl="0"/>
            <a:r>
              <a:rPr lang="ja"/>
              <a:t>マスター タイトルの書式設定</a:t>
            </a:r>
          </a:p>
        </p:txBody>
      </p:sp>
      <p:sp>
        <p:nvSpPr>
          <p:cNvPr id="3" name="サブタイトル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2916934" y="548640"/>
            <a:ext cx="5827016" cy="1200698"/>
          </a:xfrm>
        </p:spPr>
        <p:txBody>
          <a:bodyPr vert="horz" lIns="91440" tIns="45720" rIns="91440" bIns="45720" rtlCol="0" anchor="t">
            <a:normAutofit/>
          </a:bodyPr>
          <a:lstStyle>
            <a:lvl1pPr marL="0" indent="0" algn="r">
              <a:buNone/>
              <a:defRPr lang="en-US" sz="1500" dirty="0">
                <a:latin typeface="Meiryo UI" panose="020B0604030504040204" pitchFamily="34" charset="-128"/>
                <a:ea typeface="Meiryo UI" panose="020B0604030504040204" pitchFamily="34" charset="-128"/>
              </a:defRPr>
            </a:lvl1pPr>
          </a:lstStyle>
          <a:p>
            <a:pPr lvl="0" rtl="0"/>
            <a:r>
              <a:rPr lang="ja"/>
              <a:t>マスター サブタイトルの書式設定</a:t>
            </a:r>
          </a:p>
        </p:txBody>
      </p:sp>
      <p:sp>
        <p:nvSpPr>
          <p:cNvPr id="5" name="フッター プレースホルダー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2025/11/24</a:t>
            </a:r>
          </a:p>
        </p:txBody>
      </p:sp>
      <p:sp>
        <p:nvSpPr>
          <p:cNvPr id="6" name="スライド番号プレースホルダー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1861895589"/>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コンテンツ">
    <p:bg>
      <p:bgPr>
        <a:solidFill>
          <a:schemeClr val="accent4">
            <a:alpha val="10000"/>
          </a:schemeClr>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7433D9-FD02-59E2-0F81-A0B7201D2DA0}"/>
              </a:ext>
            </a:extLst>
          </p:cNvPr>
          <p:cNvSpPr>
            <a:spLocks noGrp="1"/>
          </p:cNvSpPr>
          <p:nvPr>
            <p:ph type="title" hasCustomPrompt="1"/>
          </p:nvPr>
        </p:nvSpPr>
        <p:spPr/>
        <p:txBody>
          <a:bodyPr rtlCol="0" anchor="t">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3" name="コンテンツ プレースホルダー 2">
            <a:extLst>
              <a:ext uri="{FF2B5EF4-FFF2-40B4-BE49-F238E27FC236}">
                <a16:creationId xmlns:a16="http://schemas.microsoft.com/office/drawing/2014/main" id="{6C2DD052-3E45-E789-01F8-33250024ECBD}"/>
              </a:ext>
            </a:extLst>
          </p:cNvPr>
          <p:cNvSpPr>
            <a:spLocks noGrp="1"/>
          </p:cNvSpPr>
          <p:nvPr>
            <p:ph idx="1" hasCustomPrompt="1"/>
          </p:nvPr>
        </p:nvSpPr>
        <p:spPr/>
        <p:txBody>
          <a:bodyPr rtlCol="0">
            <a:normAutofit/>
          </a:bodyPr>
          <a:lstStyle>
            <a:lvl1pPr>
              <a:defRPr>
                <a:latin typeface="Meiryo UI" panose="020B0604030504040204" pitchFamily="34" charset="-128"/>
                <a:ea typeface="Meiryo UI" panose="020B0604030504040204" pitchFamily="34" charset="-128"/>
              </a:defRPr>
            </a:lvl1pPr>
            <a:lvl2pPr>
              <a:defRPr>
                <a:latin typeface="Meiryo UI" panose="020B0604030504040204" pitchFamily="34" charset="-128"/>
                <a:ea typeface="Meiryo UI" panose="020B0604030504040204" pitchFamily="34" charset="-128"/>
              </a:defRPr>
            </a:lvl2pPr>
            <a:lvl3pPr>
              <a:defRPr>
                <a:latin typeface="Meiryo UI" panose="020B0604030504040204" pitchFamily="34" charset="-128"/>
                <a:ea typeface="Meiryo UI" panose="020B0604030504040204" pitchFamily="34" charset="-128"/>
              </a:defRPr>
            </a:lvl3pPr>
            <a:lvl4pPr>
              <a:defRPr>
                <a:latin typeface="Meiryo UI" panose="020B0604030504040204" pitchFamily="34" charset="-128"/>
                <a:ea typeface="Meiryo UI" panose="020B0604030504040204" pitchFamily="34" charset="-128"/>
              </a:defRPr>
            </a:lvl4pPr>
            <a:lvl5pPr>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5" name="フッター プレースホルダー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2025/11/24</a:t>
            </a:r>
          </a:p>
        </p:txBody>
      </p:sp>
      <p:sp>
        <p:nvSpPr>
          <p:cNvPr id="6" name="スライド番号プレースホルダー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2762686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タイトル 2">
    <p:bg>
      <p:bgPr>
        <a:solidFill>
          <a:schemeClr val="accent4"/>
        </a:solidFill>
        <a:effectLst/>
      </p:bgPr>
    </p:bg>
    <p:spTree>
      <p:nvGrpSpPr>
        <p:cNvPr id="1" name=""/>
        <p:cNvGrpSpPr/>
        <p:nvPr/>
      </p:nvGrpSpPr>
      <p:grpSpPr>
        <a:xfrm>
          <a:off x="0" y="0"/>
          <a:ext cx="0" cy="0"/>
          <a:chOff x="0" y="0"/>
          <a:chExt cx="0" cy="0"/>
        </a:xfrm>
      </p:grpSpPr>
      <p:grpSp>
        <p:nvGrpSpPr>
          <p:cNvPr id="7" name="グループ 6">
            <a:extLst>
              <a:ext uri="{FF2B5EF4-FFF2-40B4-BE49-F238E27FC236}">
                <a16:creationId xmlns:a16="http://schemas.microsoft.com/office/drawing/2014/main" id="{F7F1247F-6CA3-A0AC-44A6-A1DB2B11FED7}"/>
              </a:ext>
            </a:extLst>
          </p:cNvPr>
          <p:cNvGrpSpPr/>
          <p:nvPr userDrawn="1"/>
        </p:nvGrpSpPr>
        <p:grpSpPr>
          <a:xfrm>
            <a:off x="114300" y="-88436"/>
            <a:ext cx="8915400" cy="7037751"/>
            <a:chOff x="152400" y="-88436"/>
            <a:chExt cx="11887200" cy="7037751"/>
          </a:xfrm>
          <a:noFill/>
        </p:grpSpPr>
        <p:sp>
          <p:nvSpPr>
            <p:cNvPr id="8" name="フリーフォーム(F) 7">
              <a:extLst>
                <a:ext uri="{FF2B5EF4-FFF2-40B4-BE49-F238E27FC236}">
                  <a16:creationId xmlns:a16="http://schemas.microsoft.com/office/drawing/2014/main" id="{19E09CAD-312F-EC22-A135-F4D4DC77F355}"/>
                </a:ext>
              </a:extLst>
            </p:cNvPr>
            <p:cNvSpPr/>
            <p:nvPr/>
          </p:nvSpPr>
          <p:spPr>
            <a:xfrm flipH="1">
              <a:off x="152400" y="148866"/>
              <a:ext cx="4726693" cy="6544413"/>
            </a:xfrm>
            <a:custGeom>
              <a:avLst/>
              <a:gdLst>
                <a:gd name="connsiteX0" fmla="*/ 4726693 w 4726693"/>
                <a:gd name="connsiteY0" fmla="*/ 0 h 6544413"/>
                <a:gd name="connsiteX1" fmla="*/ 3272207 w 4726693"/>
                <a:gd name="connsiteY1" fmla="*/ 0 h 6544413"/>
                <a:gd name="connsiteX2" fmla="*/ 3231795 w 4726693"/>
                <a:gd name="connsiteY2" fmla="*/ 0 h 6544413"/>
                <a:gd name="connsiteX3" fmla="*/ 3231795 w 4726693"/>
                <a:gd name="connsiteY3" fmla="*/ 2042 h 6544413"/>
                <a:gd name="connsiteX4" fmla="*/ 2937642 w 4726693"/>
                <a:gd name="connsiteY4" fmla="*/ 16895 h 6544413"/>
                <a:gd name="connsiteX5" fmla="*/ 0 w 4726693"/>
                <a:gd name="connsiteY5" fmla="*/ 3272207 h 6544413"/>
                <a:gd name="connsiteX6" fmla="*/ 2937642 w 4726693"/>
                <a:gd name="connsiteY6" fmla="*/ 6527520 h 6544413"/>
                <a:gd name="connsiteX7" fmla="*/ 3231795 w 4726693"/>
                <a:gd name="connsiteY7" fmla="*/ 6542374 h 6544413"/>
                <a:gd name="connsiteX8" fmla="*/ 3231795 w 4726693"/>
                <a:gd name="connsiteY8" fmla="*/ 6544413 h 6544413"/>
                <a:gd name="connsiteX9" fmla="*/ 3272207 w 4726693"/>
                <a:gd name="connsiteY9" fmla="*/ 6544413 h 6544413"/>
                <a:gd name="connsiteX10" fmla="*/ 4726693 w 47266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6693" h="6544413">
                  <a:moveTo>
                    <a:pt x="4726693" y="0"/>
                  </a:moveTo>
                  <a:lnTo>
                    <a:pt x="3272207" y="0"/>
                  </a:lnTo>
                  <a:lnTo>
                    <a:pt x="3231795" y="0"/>
                  </a:lnTo>
                  <a:lnTo>
                    <a:pt x="3231795" y="2042"/>
                  </a:lnTo>
                  <a:lnTo>
                    <a:pt x="2937642" y="16895"/>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4726693" y="6544413"/>
                  </a:lnTo>
                  <a:close/>
                </a:path>
              </a:pathLst>
            </a:cu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9" name="フリーフォーム(F) 8">
              <a:extLst>
                <a:ext uri="{FF2B5EF4-FFF2-40B4-BE49-F238E27FC236}">
                  <a16:creationId xmlns:a16="http://schemas.microsoft.com/office/drawing/2014/main" id="{C775823C-2B12-145A-6F6C-312613D93F42}"/>
                </a:ext>
              </a:extLst>
            </p:cNvPr>
            <p:cNvSpPr/>
            <p:nvPr/>
          </p:nvSpPr>
          <p:spPr>
            <a:xfrm>
              <a:off x="9381386" y="208405"/>
              <a:ext cx="2658214" cy="6425334"/>
            </a:xfrm>
            <a:custGeom>
              <a:avLst/>
              <a:gdLst>
                <a:gd name="connsiteX0" fmla="*/ 2658214 w 2658214"/>
                <a:gd name="connsiteY0" fmla="*/ 0 h 6425334"/>
                <a:gd name="connsiteX1" fmla="*/ 2658214 w 2658214"/>
                <a:gd name="connsiteY1" fmla="*/ 6425334 h 6425334"/>
                <a:gd name="connsiteX2" fmla="*/ 2612743 w 2658214"/>
                <a:gd name="connsiteY2" fmla="*/ 6418395 h 6425334"/>
                <a:gd name="connsiteX3" fmla="*/ 0 w 2658214"/>
                <a:gd name="connsiteY3" fmla="*/ 3212667 h 6425334"/>
                <a:gd name="connsiteX4" fmla="*/ 2612743 w 2658214"/>
                <a:gd name="connsiteY4" fmla="*/ 6940 h 6425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214" h="6425334">
                  <a:moveTo>
                    <a:pt x="2658214" y="0"/>
                  </a:moveTo>
                  <a:lnTo>
                    <a:pt x="2658214" y="6425334"/>
                  </a:lnTo>
                  <a:lnTo>
                    <a:pt x="2612743" y="6418395"/>
                  </a:lnTo>
                  <a:cubicBezTo>
                    <a:pt x="1121654" y="6113274"/>
                    <a:pt x="0" y="4793958"/>
                    <a:pt x="0" y="3212667"/>
                  </a:cubicBezTo>
                  <a:cubicBezTo>
                    <a:pt x="0" y="1631376"/>
                    <a:pt x="1121654" y="312061"/>
                    <a:pt x="2612743" y="6940"/>
                  </a:cubicBezTo>
                  <a:close/>
                </a:path>
              </a:pathLst>
            </a:cu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10" name="円/楕円 9">
              <a:extLst>
                <a:ext uri="{FF2B5EF4-FFF2-40B4-BE49-F238E27FC236}">
                  <a16:creationId xmlns:a16="http://schemas.microsoft.com/office/drawing/2014/main" id="{5CBAB5CD-BDAA-735F-6FCD-CEFB5E869335}"/>
                </a:ext>
              </a:extLst>
            </p:cNvPr>
            <p:cNvSpPr/>
            <p:nvPr/>
          </p:nvSpPr>
          <p:spPr>
            <a:xfrm rot="20019298">
              <a:off x="5127522" y="-88436"/>
              <a:ext cx="4005435" cy="7037751"/>
            </a:xfrm>
            <a:prstGeom prst="ellipse">
              <a:avLst/>
            </a:pr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
        <p:nvSpPr>
          <p:cNvPr id="2" name="タイトル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00050" y="533401"/>
            <a:ext cx="6915150" cy="2878667"/>
          </a:xfrm>
        </p:spPr>
        <p:txBody>
          <a:bodyPr vert="horz" lIns="91440" tIns="45720" rIns="91440" bIns="45720" rtlCol="0" anchor="t">
            <a:normAutofit/>
          </a:bodyPr>
          <a:lstStyle>
            <a:lvl1pPr>
              <a:defRPr lang="en-US" sz="4050" dirty="0">
                <a:latin typeface="Meiryo UI" panose="020B0604030504040204" pitchFamily="34" charset="-128"/>
                <a:ea typeface="Meiryo UI" panose="020B0604030504040204" pitchFamily="34" charset="-128"/>
              </a:defRPr>
            </a:lvl1pPr>
          </a:lstStyle>
          <a:p>
            <a:pPr lvl="0" rtl="0"/>
            <a:r>
              <a:rPr lang="ja"/>
              <a:t>マスター タイトルの書式設定</a:t>
            </a:r>
          </a:p>
        </p:txBody>
      </p:sp>
      <p:sp>
        <p:nvSpPr>
          <p:cNvPr id="3" name="サブタイトル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400051" y="5309616"/>
            <a:ext cx="5543550" cy="1014984"/>
          </a:xfrm>
        </p:spPr>
        <p:txBody>
          <a:bodyPr vert="horz" lIns="91440" tIns="45720" rIns="91440" bIns="45720" rtlCol="0" anchor="b">
            <a:normAutofit/>
          </a:bodyPr>
          <a:lstStyle>
            <a:lvl1pPr marL="0" indent="0">
              <a:buNone/>
              <a:defRPr lang="en-US" sz="1500" dirty="0">
                <a:latin typeface="Meiryo UI" panose="020B0604030504040204" pitchFamily="34" charset="-128"/>
                <a:ea typeface="Meiryo UI" panose="020B0604030504040204" pitchFamily="34" charset="-128"/>
              </a:defRPr>
            </a:lvl1pPr>
          </a:lstStyle>
          <a:p>
            <a:pPr lvl="0" rtl="0"/>
            <a:r>
              <a:rPr lang="ja"/>
              <a:t>マスター サブタイトルの書式設定</a:t>
            </a:r>
          </a:p>
        </p:txBody>
      </p:sp>
      <p:sp>
        <p:nvSpPr>
          <p:cNvPr id="5" name="フッター プレースホルダー 4">
            <a:extLst>
              <a:ext uri="{FF2B5EF4-FFF2-40B4-BE49-F238E27FC236}">
                <a16:creationId xmlns:a16="http://schemas.microsoft.com/office/drawing/2014/main" id="{5B407A58-3351-E479-1A0C-2FF49FA42707}"/>
              </a:ext>
            </a:extLst>
          </p:cNvPr>
          <p:cNvSpPr>
            <a:spLocks noGrp="1"/>
          </p:cNvSpPr>
          <p:nvPr>
            <p:ph type="ftr" sz="quarter" idx="11"/>
          </p:nvPr>
        </p:nvSpPr>
        <p:spPr>
          <a:xfrm>
            <a:off x="400051" y="6343956"/>
            <a:ext cx="2163489"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endParaRPr lang="en-US"/>
          </a:p>
        </p:txBody>
      </p:sp>
      <p:sp>
        <p:nvSpPr>
          <p:cNvPr id="4" name="日付プレースホルダー 3">
            <a:extLst>
              <a:ext uri="{FF2B5EF4-FFF2-40B4-BE49-F238E27FC236}">
                <a16:creationId xmlns:a16="http://schemas.microsoft.com/office/drawing/2014/main" id="{EAE2DAFA-435E-AAF9-8B67-495E5AFDCD91}"/>
              </a:ext>
            </a:extLst>
          </p:cNvPr>
          <p:cNvSpPr>
            <a:spLocks noGrp="1"/>
          </p:cNvSpPr>
          <p:nvPr>
            <p:ph type="dt" sz="half" idx="10"/>
          </p:nvPr>
        </p:nvSpPr>
        <p:spPr>
          <a:xfrm>
            <a:off x="6166132" y="6343956"/>
            <a:ext cx="2156298" cy="365125"/>
          </a:xfrm>
        </p:spPr>
        <p:txBody>
          <a:bodyPr rtlCol="0"/>
          <a:lstStyle/>
          <a:p>
            <a:pPr rtl="0"/>
            <a:r>
              <a:rPr lang="en-US"/>
              <a:t>2025/11/24</a:t>
            </a:r>
          </a:p>
        </p:txBody>
      </p:sp>
      <p:sp>
        <p:nvSpPr>
          <p:cNvPr id="6" name="スライド番号プレースホルダー 5">
            <a:extLst>
              <a:ext uri="{FF2B5EF4-FFF2-40B4-BE49-F238E27FC236}">
                <a16:creationId xmlns:a16="http://schemas.microsoft.com/office/drawing/2014/main" id="{81789E10-2433-2ECB-9C92-571B583A4CF1}"/>
              </a:ext>
            </a:extLst>
          </p:cNvPr>
          <p:cNvSpPr>
            <a:spLocks noGrp="1"/>
          </p:cNvSpPr>
          <p:nvPr>
            <p:ph type="sldNum" sz="quarter" idx="12"/>
          </p:nvPr>
        </p:nvSpPr>
        <p:spPr>
          <a:xfrm>
            <a:off x="8360322" y="6343956"/>
            <a:ext cx="383628" cy="365125"/>
          </a:xfrm>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2204402244"/>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タイトル 3">
    <p:bg>
      <p:bgPr>
        <a:solidFill>
          <a:schemeClr val="accent4"/>
        </a:solidFill>
        <a:effectLst/>
      </p:bgPr>
    </p:bg>
    <p:spTree>
      <p:nvGrpSpPr>
        <p:cNvPr id="1" name=""/>
        <p:cNvGrpSpPr/>
        <p:nvPr/>
      </p:nvGrpSpPr>
      <p:grpSpPr>
        <a:xfrm>
          <a:off x="0" y="0"/>
          <a:ext cx="0" cy="0"/>
          <a:chOff x="0" y="0"/>
          <a:chExt cx="0" cy="0"/>
        </a:xfrm>
      </p:grpSpPr>
      <p:grpSp>
        <p:nvGrpSpPr>
          <p:cNvPr id="10" name="グループ 9">
            <a:extLst>
              <a:ext uri="{FF2B5EF4-FFF2-40B4-BE49-F238E27FC236}">
                <a16:creationId xmlns:a16="http://schemas.microsoft.com/office/drawing/2014/main" id="{4F1C229C-CC40-78E3-EF09-D33D172EBA74}"/>
              </a:ext>
            </a:extLst>
          </p:cNvPr>
          <p:cNvGrpSpPr/>
          <p:nvPr userDrawn="1"/>
        </p:nvGrpSpPr>
        <p:grpSpPr>
          <a:xfrm>
            <a:off x="1257300" y="27214"/>
            <a:ext cx="7772400" cy="3503886"/>
            <a:chOff x="1676400" y="27214"/>
            <a:chExt cx="10363200" cy="3503886"/>
          </a:xfrm>
        </p:grpSpPr>
        <p:sp>
          <p:nvSpPr>
            <p:cNvPr id="11" name="フリーフォーム(F) 10">
              <a:extLst>
                <a:ext uri="{FF2B5EF4-FFF2-40B4-BE49-F238E27FC236}">
                  <a16:creationId xmlns:a16="http://schemas.microsoft.com/office/drawing/2014/main" id="{17110133-C49E-4F8A-5C70-4F73E7B1FB64}"/>
                </a:ext>
              </a:extLst>
            </p:cNvPr>
            <p:cNvSpPr/>
            <p:nvPr/>
          </p:nvSpPr>
          <p:spPr>
            <a:xfrm>
              <a:off x="7176225" y="145360"/>
              <a:ext cx="4863375" cy="3258268"/>
            </a:xfrm>
            <a:custGeom>
              <a:avLst/>
              <a:gdLst>
                <a:gd name="connsiteX0" fmla="*/ 1609014 w 4863375"/>
                <a:gd name="connsiteY0" fmla="*/ 0 h 3258268"/>
                <a:gd name="connsiteX1" fmla="*/ 1629134 w 4863375"/>
                <a:gd name="connsiteY1" fmla="*/ 0 h 3258268"/>
                <a:gd name="connsiteX2" fmla="*/ 4863375 w 4863375"/>
                <a:gd name="connsiteY2" fmla="*/ 0 h 3258268"/>
                <a:gd name="connsiteX3" fmla="*/ 4863375 w 4863375"/>
                <a:gd name="connsiteY3" fmla="*/ 3258268 h 3258268"/>
                <a:gd name="connsiteX4" fmla="*/ 1629134 w 4863375"/>
                <a:gd name="connsiteY4" fmla="*/ 3258268 h 3258268"/>
                <a:gd name="connsiteX5" fmla="*/ 1609014 w 4863375"/>
                <a:gd name="connsiteY5" fmla="*/ 3258268 h 3258268"/>
                <a:gd name="connsiteX6" fmla="*/ 1609014 w 4863375"/>
                <a:gd name="connsiteY6" fmla="*/ 3257253 h 3258268"/>
                <a:gd name="connsiteX7" fmla="*/ 1462564 w 4863375"/>
                <a:gd name="connsiteY7" fmla="*/ 3249858 h 3258268"/>
                <a:gd name="connsiteX8" fmla="*/ 0 w 4863375"/>
                <a:gd name="connsiteY8" fmla="*/ 1629134 h 3258268"/>
                <a:gd name="connsiteX9" fmla="*/ 1462564 w 4863375"/>
                <a:gd name="connsiteY9" fmla="*/ 8412 h 3258268"/>
                <a:gd name="connsiteX10" fmla="*/ 1609014 w 4863375"/>
                <a:gd name="connsiteY10" fmla="*/ 1017 h 3258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63375" h="3258268">
                  <a:moveTo>
                    <a:pt x="1609014" y="0"/>
                  </a:moveTo>
                  <a:lnTo>
                    <a:pt x="1629134" y="0"/>
                  </a:lnTo>
                  <a:lnTo>
                    <a:pt x="4863375" y="0"/>
                  </a:lnTo>
                  <a:lnTo>
                    <a:pt x="4863375" y="3258268"/>
                  </a:lnTo>
                  <a:lnTo>
                    <a:pt x="1629134" y="3258268"/>
                  </a:lnTo>
                  <a:lnTo>
                    <a:pt x="1609014" y="3258268"/>
                  </a:lnTo>
                  <a:lnTo>
                    <a:pt x="1609014" y="3257253"/>
                  </a:lnTo>
                  <a:lnTo>
                    <a:pt x="1462564" y="3249858"/>
                  </a:lnTo>
                  <a:cubicBezTo>
                    <a:pt x="641063" y="3166430"/>
                    <a:pt x="0" y="2472647"/>
                    <a:pt x="0" y="1629134"/>
                  </a:cubicBezTo>
                  <a:cubicBezTo>
                    <a:pt x="0" y="785623"/>
                    <a:pt x="641063" y="91840"/>
                    <a:pt x="1462564" y="8412"/>
                  </a:cubicBezTo>
                  <a:lnTo>
                    <a:pt x="1609014" y="101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12" name="円/楕円 11">
              <a:extLst>
                <a:ext uri="{FF2B5EF4-FFF2-40B4-BE49-F238E27FC236}">
                  <a16:creationId xmlns:a16="http://schemas.microsoft.com/office/drawing/2014/main" id="{E406EDD3-4B01-5C9C-FD33-832E34854042}"/>
                </a:ext>
              </a:extLst>
            </p:cNvPr>
            <p:cNvSpPr/>
            <p:nvPr/>
          </p:nvSpPr>
          <p:spPr>
            <a:xfrm flipH="1">
              <a:off x="1676400" y="145359"/>
              <a:ext cx="3258268" cy="325826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13" name="円/楕円 12">
              <a:extLst>
                <a:ext uri="{FF2B5EF4-FFF2-40B4-BE49-F238E27FC236}">
                  <a16:creationId xmlns:a16="http://schemas.microsoft.com/office/drawing/2014/main" id="{64D76441-A991-64F2-3817-18A222737193}"/>
                </a:ext>
              </a:extLst>
            </p:cNvPr>
            <p:cNvSpPr/>
            <p:nvPr/>
          </p:nvSpPr>
          <p:spPr>
            <a:xfrm rot="1580702" flipH="1">
              <a:off x="5058353" y="27214"/>
              <a:ext cx="1994186" cy="350388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
        <p:nvSpPr>
          <p:cNvPr id="2" name="タイトル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00050" y="3403628"/>
            <a:ext cx="7086600" cy="2940327"/>
          </a:xfrm>
        </p:spPr>
        <p:txBody>
          <a:bodyPr vert="horz" lIns="91440" tIns="45720" rIns="91440" bIns="45720" rtlCol="0" anchor="b">
            <a:normAutofit/>
          </a:bodyPr>
          <a:lstStyle>
            <a:lvl1pPr>
              <a:defRPr lang="en-US" sz="3300" dirty="0">
                <a:latin typeface="Meiryo UI" panose="020B0604030504040204" pitchFamily="34" charset="-128"/>
                <a:ea typeface="Meiryo UI" panose="020B0604030504040204" pitchFamily="34" charset="-128"/>
              </a:defRPr>
            </a:lvl1pPr>
          </a:lstStyle>
          <a:p>
            <a:pPr lvl="0" rtl="0"/>
            <a:r>
              <a:rPr lang="ja"/>
              <a:t>マスター タイトルの書式設定</a:t>
            </a:r>
          </a:p>
        </p:txBody>
      </p:sp>
      <p:sp>
        <p:nvSpPr>
          <p:cNvPr id="3" name="サブタイトル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6057900" y="548640"/>
            <a:ext cx="2686050" cy="2466989"/>
          </a:xfrm>
        </p:spPr>
        <p:txBody>
          <a:bodyPr vert="horz" lIns="91440" tIns="45720" rIns="91440" bIns="45720" rtlCol="0" anchor="t">
            <a:normAutofit/>
          </a:bodyPr>
          <a:lstStyle>
            <a:lvl1pPr marL="0" indent="0" algn="r">
              <a:buNone/>
              <a:defRPr lang="en-US" sz="1500" dirty="0">
                <a:latin typeface="Meiryo UI" panose="020B0604030504040204" pitchFamily="34" charset="-128"/>
                <a:ea typeface="Meiryo UI" panose="020B0604030504040204" pitchFamily="34" charset="-128"/>
              </a:defRPr>
            </a:lvl1pPr>
          </a:lstStyle>
          <a:p>
            <a:pPr lvl="0" rtl="0"/>
            <a:r>
              <a:rPr lang="ja"/>
              <a:t>マスター サブタイトルの書式設定</a:t>
            </a:r>
          </a:p>
        </p:txBody>
      </p:sp>
      <p:sp>
        <p:nvSpPr>
          <p:cNvPr id="5" name="フッター プレースホルダー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2025/11/24</a:t>
            </a:r>
          </a:p>
        </p:txBody>
      </p:sp>
      <p:sp>
        <p:nvSpPr>
          <p:cNvPr id="6" name="スライド番号プレースホルダー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3419143693"/>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タイトル 4">
    <p:bg>
      <p:bgPr>
        <a:solidFill>
          <a:schemeClr val="accent4"/>
        </a:solidFill>
        <a:effectLst/>
      </p:bgPr>
    </p:bg>
    <p:spTree>
      <p:nvGrpSpPr>
        <p:cNvPr id="1" name=""/>
        <p:cNvGrpSpPr/>
        <p:nvPr/>
      </p:nvGrpSpPr>
      <p:grpSpPr>
        <a:xfrm>
          <a:off x="0" y="0"/>
          <a:ext cx="0" cy="0"/>
          <a:chOff x="0" y="0"/>
          <a:chExt cx="0" cy="0"/>
        </a:xfrm>
      </p:grpSpPr>
      <p:grpSp>
        <p:nvGrpSpPr>
          <p:cNvPr id="11" name="グループ 10">
            <a:extLst>
              <a:ext uri="{FF2B5EF4-FFF2-40B4-BE49-F238E27FC236}">
                <a16:creationId xmlns:a16="http://schemas.microsoft.com/office/drawing/2014/main" id="{340C6F76-7FFF-BBCB-356F-D54FBAC9B65A}"/>
              </a:ext>
            </a:extLst>
          </p:cNvPr>
          <p:cNvGrpSpPr/>
          <p:nvPr userDrawn="1"/>
        </p:nvGrpSpPr>
        <p:grpSpPr>
          <a:xfrm>
            <a:off x="3371850" y="3354114"/>
            <a:ext cx="5657850" cy="3503886"/>
            <a:chOff x="4495800" y="3354114"/>
            <a:chExt cx="7543800" cy="3503886"/>
          </a:xfrm>
        </p:grpSpPr>
        <p:sp>
          <p:nvSpPr>
            <p:cNvPr id="12" name="フリーフォーム(F) 11">
              <a:extLst>
                <a:ext uri="{FF2B5EF4-FFF2-40B4-BE49-F238E27FC236}">
                  <a16:creationId xmlns:a16="http://schemas.microsoft.com/office/drawing/2014/main" id="{23018458-6D25-D4AB-A1C0-2D566A768FA1}"/>
                </a:ext>
              </a:extLst>
            </p:cNvPr>
            <p:cNvSpPr/>
            <p:nvPr/>
          </p:nvSpPr>
          <p:spPr>
            <a:xfrm>
              <a:off x="9995625" y="3472260"/>
              <a:ext cx="2043975" cy="3258268"/>
            </a:xfrm>
            <a:custGeom>
              <a:avLst/>
              <a:gdLst>
                <a:gd name="connsiteX0" fmla="*/ 1609014 w 2043975"/>
                <a:gd name="connsiteY0" fmla="*/ 0 h 3258268"/>
                <a:gd name="connsiteX1" fmla="*/ 1629134 w 2043975"/>
                <a:gd name="connsiteY1" fmla="*/ 0 h 3258268"/>
                <a:gd name="connsiteX2" fmla="*/ 2043975 w 2043975"/>
                <a:gd name="connsiteY2" fmla="*/ 0 h 3258268"/>
                <a:gd name="connsiteX3" fmla="*/ 2043975 w 2043975"/>
                <a:gd name="connsiteY3" fmla="*/ 3258268 h 3258268"/>
                <a:gd name="connsiteX4" fmla="*/ 1629134 w 2043975"/>
                <a:gd name="connsiteY4" fmla="*/ 3258268 h 3258268"/>
                <a:gd name="connsiteX5" fmla="*/ 1609014 w 2043975"/>
                <a:gd name="connsiteY5" fmla="*/ 3258268 h 3258268"/>
                <a:gd name="connsiteX6" fmla="*/ 1609014 w 2043975"/>
                <a:gd name="connsiteY6" fmla="*/ 3257253 h 3258268"/>
                <a:gd name="connsiteX7" fmla="*/ 1462564 w 2043975"/>
                <a:gd name="connsiteY7" fmla="*/ 3249857 h 3258268"/>
                <a:gd name="connsiteX8" fmla="*/ 0 w 2043975"/>
                <a:gd name="connsiteY8" fmla="*/ 1629134 h 3258268"/>
                <a:gd name="connsiteX9" fmla="*/ 1462564 w 2043975"/>
                <a:gd name="connsiteY9" fmla="*/ 8412 h 3258268"/>
                <a:gd name="connsiteX10" fmla="*/ 1609014 w 2043975"/>
                <a:gd name="connsiteY10" fmla="*/ 1017 h 3258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3975" h="3258268">
                  <a:moveTo>
                    <a:pt x="1609014" y="0"/>
                  </a:moveTo>
                  <a:lnTo>
                    <a:pt x="1629134" y="0"/>
                  </a:lnTo>
                  <a:lnTo>
                    <a:pt x="2043975" y="0"/>
                  </a:lnTo>
                  <a:lnTo>
                    <a:pt x="2043975" y="3258268"/>
                  </a:lnTo>
                  <a:lnTo>
                    <a:pt x="1629134" y="3258268"/>
                  </a:lnTo>
                  <a:lnTo>
                    <a:pt x="1609014" y="3258268"/>
                  </a:lnTo>
                  <a:lnTo>
                    <a:pt x="1609014" y="3257253"/>
                  </a:lnTo>
                  <a:lnTo>
                    <a:pt x="1462564" y="3249857"/>
                  </a:lnTo>
                  <a:cubicBezTo>
                    <a:pt x="641063" y="3166430"/>
                    <a:pt x="0" y="2472646"/>
                    <a:pt x="0" y="1629134"/>
                  </a:cubicBezTo>
                  <a:cubicBezTo>
                    <a:pt x="0" y="785623"/>
                    <a:pt x="641063" y="91840"/>
                    <a:pt x="1462564" y="8412"/>
                  </a:cubicBezTo>
                  <a:lnTo>
                    <a:pt x="1609014" y="101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13" name="円/楕円 12">
              <a:extLst>
                <a:ext uri="{FF2B5EF4-FFF2-40B4-BE49-F238E27FC236}">
                  <a16:creationId xmlns:a16="http://schemas.microsoft.com/office/drawing/2014/main" id="{7DE2CF7B-83B2-5FF4-641F-E25003A0463F}"/>
                </a:ext>
              </a:extLst>
            </p:cNvPr>
            <p:cNvSpPr/>
            <p:nvPr/>
          </p:nvSpPr>
          <p:spPr>
            <a:xfrm flipH="1">
              <a:off x="4495800" y="3472259"/>
              <a:ext cx="3258268" cy="325826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14" name="円/楕円 13">
              <a:extLst>
                <a:ext uri="{FF2B5EF4-FFF2-40B4-BE49-F238E27FC236}">
                  <a16:creationId xmlns:a16="http://schemas.microsoft.com/office/drawing/2014/main" id="{AB82F94A-A375-7823-13FA-487823C8B90D}"/>
                </a:ext>
              </a:extLst>
            </p:cNvPr>
            <p:cNvSpPr/>
            <p:nvPr/>
          </p:nvSpPr>
          <p:spPr>
            <a:xfrm rot="1580702" flipH="1">
              <a:off x="7877753" y="3354114"/>
              <a:ext cx="1994186" cy="350388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
        <p:nvSpPr>
          <p:cNvPr id="2" name="タイトル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00050" y="533401"/>
            <a:ext cx="6915150" cy="2878667"/>
          </a:xfrm>
        </p:spPr>
        <p:txBody>
          <a:bodyPr vert="horz" lIns="91440" tIns="45720" rIns="91440" bIns="45720" rtlCol="0" anchor="t">
            <a:normAutofit/>
          </a:bodyPr>
          <a:lstStyle>
            <a:lvl1pPr>
              <a:defRPr lang="en-US" sz="3600" dirty="0">
                <a:latin typeface="Meiryo UI" panose="020B0604030504040204" pitchFamily="34" charset="-128"/>
                <a:ea typeface="Meiryo UI" panose="020B0604030504040204" pitchFamily="34" charset="-128"/>
              </a:defRPr>
            </a:lvl1pPr>
          </a:lstStyle>
          <a:p>
            <a:pPr lvl="0" rtl="0"/>
            <a:r>
              <a:rPr lang="ja"/>
              <a:t>マスター タイトルの書式設定</a:t>
            </a:r>
          </a:p>
        </p:txBody>
      </p:sp>
      <p:sp>
        <p:nvSpPr>
          <p:cNvPr id="3" name="サブタイトル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400051" y="5309616"/>
            <a:ext cx="5543550" cy="1014984"/>
          </a:xfrm>
        </p:spPr>
        <p:txBody>
          <a:bodyPr vert="horz" lIns="91440" tIns="45720" rIns="91440" bIns="45720" rtlCol="0" anchor="b">
            <a:normAutofit/>
          </a:bodyPr>
          <a:lstStyle>
            <a:lvl1pPr marL="0" indent="0">
              <a:buNone/>
              <a:defRPr lang="en-US" sz="1500" dirty="0">
                <a:latin typeface="Meiryo UI" panose="020B0604030504040204" pitchFamily="34" charset="-128"/>
                <a:ea typeface="Meiryo UI" panose="020B0604030504040204" pitchFamily="34" charset="-128"/>
              </a:defRPr>
            </a:lvl1pPr>
          </a:lstStyle>
          <a:p>
            <a:pPr lvl="0" rtl="0"/>
            <a:r>
              <a:rPr lang="ja"/>
              <a:t>マスター サブタイトルの書式設定</a:t>
            </a:r>
          </a:p>
        </p:txBody>
      </p:sp>
      <p:sp>
        <p:nvSpPr>
          <p:cNvPr id="5" name="フッター プレースホルダー 4">
            <a:extLst>
              <a:ext uri="{FF2B5EF4-FFF2-40B4-BE49-F238E27FC236}">
                <a16:creationId xmlns:a16="http://schemas.microsoft.com/office/drawing/2014/main" id="{5B407A58-3351-E479-1A0C-2FF49FA42707}"/>
              </a:ext>
            </a:extLst>
          </p:cNvPr>
          <p:cNvSpPr>
            <a:spLocks noGrp="1"/>
          </p:cNvSpPr>
          <p:nvPr>
            <p:ph type="ftr" sz="quarter" idx="11"/>
          </p:nvPr>
        </p:nvSpPr>
        <p:spPr>
          <a:xfrm>
            <a:off x="400051" y="6343956"/>
            <a:ext cx="2163489"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endParaRPr lang="en-US"/>
          </a:p>
        </p:txBody>
      </p:sp>
      <p:sp>
        <p:nvSpPr>
          <p:cNvPr id="4" name="日付プレースホルダー 3">
            <a:extLst>
              <a:ext uri="{FF2B5EF4-FFF2-40B4-BE49-F238E27FC236}">
                <a16:creationId xmlns:a16="http://schemas.microsoft.com/office/drawing/2014/main" id="{EAE2DAFA-435E-AAF9-8B67-495E5AFDCD91}"/>
              </a:ext>
            </a:extLst>
          </p:cNvPr>
          <p:cNvSpPr>
            <a:spLocks noGrp="1"/>
          </p:cNvSpPr>
          <p:nvPr>
            <p:ph type="dt" sz="half" idx="10"/>
          </p:nvPr>
        </p:nvSpPr>
        <p:spPr>
          <a:xfrm>
            <a:off x="6166132" y="6343956"/>
            <a:ext cx="2156298" cy="365125"/>
          </a:xfrm>
        </p:spPr>
        <p:txBody>
          <a:bodyPr rtlCol="0"/>
          <a:lstStyle/>
          <a:p>
            <a:pPr rtl="0"/>
            <a:r>
              <a:rPr lang="en-US"/>
              <a:t>2025/11/24</a:t>
            </a:r>
          </a:p>
        </p:txBody>
      </p:sp>
      <p:sp>
        <p:nvSpPr>
          <p:cNvPr id="6" name="スライド番号プレースホルダー 5">
            <a:extLst>
              <a:ext uri="{FF2B5EF4-FFF2-40B4-BE49-F238E27FC236}">
                <a16:creationId xmlns:a16="http://schemas.microsoft.com/office/drawing/2014/main" id="{81789E10-2433-2ECB-9C92-571B583A4CF1}"/>
              </a:ext>
            </a:extLst>
          </p:cNvPr>
          <p:cNvSpPr>
            <a:spLocks noGrp="1"/>
          </p:cNvSpPr>
          <p:nvPr>
            <p:ph type="sldNum" sz="quarter" idx="12"/>
          </p:nvPr>
        </p:nvSpPr>
        <p:spPr>
          <a:xfrm>
            <a:off x="8360322" y="6343956"/>
            <a:ext cx="383628" cy="365125"/>
          </a:xfrm>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1613548344"/>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タイトル 5">
    <p:bg>
      <p:bgPr>
        <a:solidFill>
          <a:schemeClr val="accent4"/>
        </a:solidFill>
        <a:effectLst/>
      </p:bgPr>
    </p:bg>
    <p:spTree>
      <p:nvGrpSpPr>
        <p:cNvPr id="1" name=""/>
        <p:cNvGrpSpPr/>
        <p:nvPr/>
      </p:nvGrpSpPr>
      <p:grpSpPr>
        <a:xfrm>
          <a:off x="0" y="0"/>
          <a:ext cx="0" cy="0"/>
          <a:chOff x="0" y="0"/>
          <a:chExt cx="0" cy="0"/>
        </a:xfrm>
      </p:grpSpPr>
      <p:grpSp>
        <p:nvGrpSpPr>
          <p:cNvPr id="10" name="グループ 9">
            <a:extLst>
              <a:ext uri="{FF2B5EF4-FFF2-40B4-BE49-F238E27FC236}">
                <a16:creationId xmlns:a16="http://schemas.microsoft.com/office/drawing/2014/main" id="{273E250E-A5E8-BF40-545A-BB98E831F423}"/>
              </a:ext>
            </a:extLst>
          </p:cNvPr>
          <p:cNvGrpSpPr/>
          <p:nvPr userDrawn="1"/>
        </p:nvGrpSpPr>
        <p:grpSpPr>
          <a:xfrm>
            <a:off x="114300" y="-88436"/>
            <a:ext cx="8915400" cy="7037751"/>
            <a:chOff x="152400" y="-88436"/>
            <a:chExt cx="11887200" cy="7037751"/>
          </a:xfrm>
        </p:grpSpPr>
        <p:sp>
          <p:nvSpPr>
            <p:cNvPr id="7" name="フリーフォーム(F) 6">
              <a:extLst>
                <a:ext uri="{FF2B5EF4-FFF2-40B4-BE49-F238E27FC236}">
                  <a16:creationId xmlns:a16="http://schemas.microsoft.com/office/drawing/2014/main" id="{8F89D142-48C7-4B2F-15DD-C1AA8B74CEA7}"/>
                </a:ext>
              </a:extLst>
            </p:cNvPr>
            <p:cNvSpPr/>
            <p:nvPr userDrawn="1"/>
          </p:nvSpPr>
          <p:spPr>
            <a:xfrm flipH="1">
              <a:off x="152400" y="148866"/>
              <a:ext cx="4726693" cy="6544413"/>
            </a:xfrm>
            <a:custGeom>
              <a:avLst/>
              <a:gdLst>
                <a:gd name="connsiteX0" fmla="*/ 4726693 w 4726693"/>
                <a:gd name="connsiteY0" fmla="*/ 0 h 6544413"/>
                <a:gd name="connsiteX1" fmla="*/ 3272207 w 4726693"/>
                <a:gd name="connsiteY1" fmla="*/ 0 h 6544413"/>
                <a:gd name="connsiteX2" fmla="*/ 3231795 w 4726693"/>
                <a:gd name="connsiteY2" fmla="*/ 0 h 6544413"/>
                <a:gd name="connsiteX3" fmla="*/ 3231795 w 4726693"/>
                <a:gd name="connsiteY3" fmla="*/ 2042 h 6544413"/>
                <a:gd name="connsiteX4" fmla="*/ 2937642 w 4726693"/>
                <a:gd name="connsiteY4" fmla="*/ 16895 h 6544413"/>
                <a:gd name="connsiteX5" fmla="*/ 0 w 4726693"/>
                <a:gd name="connsiteY5" fmla="*/ 3272207 h 6544413"/>
                <a:gd name="connsiteX6" fmla="*/ 2937642 w 4726693"/>
                <a:gd name="connsiteY6" fmla="*/ 6527520 h 6544413"/>
                <a:gd name="connsiteX7" fmla="*/ 3231795 w 4726693"/>
                <a:gd name="connsiteY7" fmla="*/ 6542374 h 6544413"/>
                <a:gd name="connsiteX8" fmla="*/ 3231795 w 4726693"/>
                <a:gd name="connsiteY8" fmla="*/ 6544413 h 6544413"/>
                <a:gd name="connsiteX9" fmla="*/ 3272207 w 4726693"/>
                <a:gd name="connsiteY9" fmla="*/ 6544413 h 6544413"/>
                <a:gd name="connsiteX10" fmla="*/ 4726693 w 47266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6693" h="6544413">
                  <a:moveTo>
                    <a:pt x="4726693" y="0"/>
                  </a:moveTo>
                  <a:lnTo>
                    <a:pt x="3272207" y="0"/>
                  </a:lnTo>
                  <a:lnTo>
                    <a:pt x="3231795" y="0"/>
                  </a:lnTo>
                  <a:lnTo>
                    <a:pt x="3231795" y="2042"/>
                  </a:lnTo>
                  <a:lnTo>
                    <a:pt x="2937642" y="16895"/>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4726693" y="6544413"/>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8" name="フリーフォーム(F) 7">
              <a:extLst>
                <a:ext uri="{FF2B5EF4-FFF2-40B4-BE49-F238E27FC236}">
                  <a16:creationId xmlns:a16="http://schemas.microsoft.com/office/drawing/2014/main" id="{ABB81958-D94B-B3A5-BE29-F93DD5E2EDB2}"/>
                </a:ext>
              </a:extLst>
            </p:cNvPr>
            <p:cNvSpPr/>
            <p:nvPr userDrawn="1"/>
          </p:nvSpPr>
          <p:spPr>
            <a:xfrm>
              <a:off x="9381386" y="208405"/>
              <a:ext cx="2658214" cy="6425334"/>
            </a:xfrm>
            <a:custGeom>
              <a:avLst/>
              <a:gdLst>
                <a:gd name="connsiteX0" fmla="*/ 2658214 w 2658214"/>
                <a:gd name="connsiteY0" fmla="*/ 0 h 6425334"/>
                <a:gd name="connsiteX1" fmla="*/ 2658214 w 2658214"/>
                <a:gd name="connsiteY1" fmla="*/ 6425334 h 6425334"/>
                <a:gd name="connsiteX2" fmla="*/ 2612743 w 2658214"/>
                <a:gd name="connsiteY2" fmla="*/ 6418395 h 6425334"/>
                <a:gd name="connsiteX3" fmla="*/ 0 w 2658214"/>
                <a:gd name="connsiteY3" fmla="*/ 3212667 h 6425334"/>
                <a:gd name="connsiteX4" fmla="*/ 2612743 w 2658214"/>
                <a:gd name="connsiteY4" fmla="*/ 6940 h 6425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214" h="6425334">
                  <a:moveTo>
                    <a:pt x="2658214" y="0"/>
                  </a:moveTo>
                  <a:lnTo>
                    <a:pt x="2658214" y="6425334"/>
                  </a:lnTo>
                  <a:lnTo>
                    <a:pt x="2612743" y="6418395"/>
                  </a:lnTo>
                  <a:cubicBezTo>
                    <a:pt x="1121654" y="6113274"/>
                    <a:pt x="0" y="4793958"/>
                    <a:pt x="0" y="3212667"/>
                  </a:cubicBezTo>
                  <a:cubicBezTo>
                    <a:pt x="0" y="1631376"/>
                    <a:pt x="1121654" y="312061"/>
                    <a:pt x="2612743" y="694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9" name="円/楕円 8">
              <a:extLst>
                <a:ext uri="{FF2B5EF4-FFF2-40B4-BE49-F238E27FC236}">
                  <a16:creationId xmlns:a16="http://schemas.microsoft.com/office/drawing/2014/main" id="{6B80D1EA-D037-BD68-F8A9-BA26026B7724}"/>
                </a:ext>
              </a:extLst>
            </p:cNvPr>
            <p:cNvSpPr/>
            <p:nvPr userDrawn="1"/>
          </p:nvSpPr>
          <p:spPr>
            <a:xfrm rot="20019298">
              <a:off x="5127522" y="-88436"/>
              <a:ext cx="4005435" cy="7037751"/>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
        <p:nvSpPr>
          <p:cNvPr id="2" name="タイトル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085850" y="1701789"/>
            <a:ext cx="6972300" cy="2377440"/>
          </a:xfrm>
        </p:spPr>
        <p:txBody>
          <a:bodyPr vert="horz" lIns="91440" tIns="45720" rIns="91440" bIns="45720" rtlCol="0" anchor="b">
            <a:normAutofit/>
          </a:bodyPr>
          <a:lstStyle>
            <a:lvl1pPr algn="ctr">
              <a:defRPr lang="en-US" sz="3000" dirty="0">
                <a:latin typeface="Meiryo UI" panose="020B0604030504040204" pitchFamily="34" charset="-128"/>
                <a:ea typeface="Meiryo UI" panose="020B0604030504040204" pitchFamily="34" charset="-128"/>
              </a:defRPr>
            </a:lvl1pPr>
          </a:lstStyle>
          <a:p>
            <a:pPr lvl="0" rtl="0"/>
            <a:r>
              <a:rPr lang="ja"/>
              <a:t>マスター タイトルの書式設定</a:t>
            </a:r>
          </a:p>
        </p:txBody>
      </p:sp>
      <p:sp>
        <p:nvSpPr>
          <p:cNvPr id="3" name="サブタイトル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725930" y="4496731"/>
            <a:ext cx="5692140" cy="1033272"/>
          </a:xfrm>
        </p:spPr>
        <p:txBody>
          <a:bodyPr vert="horz" lIns="91440" tIns="45720" rIns="91440" bIns="45720" rtlCol="0" anchor="t">
            <a:normAutofit/>
          </a:bodyPr>
          <a:lstStyle>
            <a:lvl1pPr marL="0" indent="0" algn="ctr">
              <a:buNone/>
              <a:defRPr lang="en-US" sz="1500" dirty="0">
                <a:latin typeface="Meiryo UI" panose="020B0604030504040204" pitchFamily="34" charset="-128"/>
                <a:ea typeface="Meiryo UI" panose="020B0604030504040204" pitchFamily="34" charset="-128"/>
              </a:defRPr>
            </a:lvl1pPr>
          </a:lstStyle>
          <a:p>
            <a:pPr lvl="0" rtl="0"/>
            <a:r>
              <a:rPr lang="ja"/>
              <a:t>マスター サブタイトルの書式設定</a:t>
            </a:r>
          </a:p>
        </p:txBody>
      </p:sp>
      <p:sp>
        <p:nvSpPr>
          <p:cNvPr id="5" name="フッター プレースホルダー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2025/11/24</a:t>
            </a:r>
          </a:p>
        </p:txBody>
      </p:sp>
      <p:sp>
        <p:nvSpPr>
          <p:cNvPr id="6" name="スライド番号プレースホルダー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1681183816"/>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画像付きタイトル">
    <p:bg>
      <p:bgPr>
        <a:solidFill>
          <a:schemeClr val="accent4">
            <a:lumMod val="60000"/>
            <a:lumOff val="40000"/>
          </a:schemeClr>
        </a:solidFill>
        <a:effectLst/>
      </p:bgPr>
    </p:bg>
    <p:spTree>
      <p:nvGrpSpPr>
        <p:cNvPr id="1" name=""/>
        <p:cNvGrpSpPr/>
        <p:nvPr/>
      </p:nvGrpSpPr>
      <p:grpSpPr>
        <a:xfrm>
          <a:off x="0" y="0"/>
          <a:ext cx="0" cy="0"/>
          <a:chOff x="0" y="0"/>
          <a:chExt cx="0" cy="0"/>
        </a:xfrm>
      </p:grpSpPr>
      <p:grpSp>
        <p:nvGrpSpPr>
          <p:cNvPr id="18" name="グループ 17">
            <a:extLst>
              <a:ext uri="{FF2B5EF4-FFF2-40B4-BE49-F238E27FC236}">
                <a16:creationId xmlns:a16="http://schemas.microsoft.com/office/drawing/2014/main" id="{DE8BB56F-23F5-F445-3142-A9C8AB965DCB}"/>
              </a:ext>
            </a:extLst>
          </p:cNvPr>
          <p:cNvGrpSpPr/>
          <p:nvPr userDrawn="1"/>
        </p:nvGrpSpPr>
        <p:grpSpPr>
          <a:xfrm>
            <a:off x="114300" y="13856"/>
            <a:ext cx="2922899" cy="5072811"/>
            <a:chOff x="152400" y="13855"/>
            <a:chExt cx="3897198" cy="5072811"/>
          </a:xfrm>
          <a:solidFill>
            <a:schemeClr val="accent4">
              <a:lumMod val="20000"/>
              <a:lumOff val="80000"/>
            </a:schemeClr>
          </a:solidFill>
        </p:grpSpPr>
        <p:sp>
          <p:nvSpPr>
            <p:cNvPr id="17" name="フリーフォーム(F) 16">
              <a:extLst>
                <a:ext uri="{FF2B5EF4-FFF2-40B4-BE49-F238E27FC236}">
                  <a16:creationId xmlns:a16="http://schemas.microsoft.com/office/drawing/2014/main" id="{5D56D786-0245-0C22-2AA6-2D7C9C450ABB}"/>
                </a:ext>
              </a:extLst>
            </p:cNvPr>
            <p:cNvSpPr/>
            <p:nvPr/>
          </p:nvSpPr>
          <p:spPr>
            <a:xfrm flipH="1">
              <a:off x="152400" y="748306"/>
              <a:ext cx="831013" cy="3590407"/>
            </a:xfrm>
            <a:custGeom>
              <a:avLst/>
              <a:gdLst>
                <a:gd name="connsiteX0" fmla="*/ 831013 w 831013"/>
                <a:gd name="connsiteY0" fmla="*/ 0 h 3590407"/>
                <a:gd name="connsiteX1" fmla="*/ 690820 w 831013"/>
                <a:gd name="connsiteY1" fmla="*/ 127416 h 3590407"/>
                <a:gd name="connsiteX2" fmla="*/ 0 w 831013"/>
                <a:gd name="connsiteY2" fmla="*/ 1795203 h 3590407"/>
                <a:gd name="connsiteX3" fmla="*/ 690820 w 831013"/>
                <a:gd name="connsiteY3" fmla="*/ 3462990 h 3590407"/>
                <a:gd name="connsiteX4" fmla="*/ 831013 w 831013"/>
                <a:gd name="connsiteY4" fmla="*/ 3590407 h 359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1013" h="3590407">
                  <a:moveTo>
                    <a:pt x="831013" y="0"/>
                  </a:moveTo>
                  <a:lnTo>
                    <a:pt x="690820" y="127416"/>
                  </a:lnTo>
                  <a:cubicBezTo>
                    <a:pt x="263996" y="554240"/>
                    <a:pt x="0" y="1143892"/>
                    <a:pt x="0" y="1795203"/>
                  </a:cubicBezTo>
                  <a:cubicBezTo>
                    <a:pt x="0" y="2446515"/>
                    <a:pt x="263996" y="3036166"/>
                    <a:pt x="690820" y="3462990"/>
                  </a:cubicBezTo>
                  <a:lnTo>
                    <a:pt x="831013" y="3590407"/>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10" name="円/楕円 9">
              <a:extLst>
                <a:ext uri="{FF2B5EF4-FFF2-40B4-BE49-F238E27FC236}">
                  <a16:creationId xmlns:a16="http://schemas.microsoft.com/office/drawing/2014/main" id="{3BE9FC1E-2790-5A89-F064-5B9A71AB1A49}"/>
                </a:ext>
              </a:extLst>
            </p:cNvPr>
            <p:cNvSpPr/>
            <p:nvPr/>
          </p:nvSpPr>
          <p:spPr>
            <a:xfrm rot="1580702" flipH="1">
              <a:off x="1162481" y="13855"/>
              <a:ext cx="2887117" cy="507281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
        <p:nvSpPr>
          <p:cNvPr id="2" name="タイトル 1">
            <a:extLst>
              <a:ext uri="{FF2B5EF4-FFF2-40B4-BE49-F238E27FC236}">
                <a16:creationId xmlns:a16="http://schemas.microsoft.com/office/drawing/2014/main" id="{E4336E9A-8E96-CD8C-7598-F87632CD81CF}"/>
              </a:ext>
            </a:extLst>
          </p:cNvPr>
          <p:cNvSpPr>
            <a:spLocks noGrp="1"/>
          </p:cNvSpPr>
          <p:nvPr userDrawn="1">
            <p:ph type="ctrTitle" hasCustomPrompt="1"/>
          </p:nvPr>
        </p:nvSpPr>
        <p:spPr>
          <a:xfrm>
            <a:off x="400052" y="5081016"/>
            <a:ext cx="8343899" cy="786384"/>
          </a:xfrm>
        </p:spPr>
        <p:txBody>
          <a:bodyPr vert="horz" lIns="91440" tIns="45720" rIns="91440" bIns="45720" rtlCol="0" anchor="b">
            <a:normAutofit/>
          </a:bodyPr>
          <a:lstStyle>
            <a:lvl1pPr>
              <a:defRPr lang="en-US" sz="3300" dirty="0">
                <a:latin typeface="Meiryo UI" panose="020B0604030504040204" pitchFamily="34" charset="-128"/>
                <a:ea typeface="Meiryo UI" panose="020B0604030504040204" pitchFamily="34" charset="-128"/>
              </a:defRPr>
            </a:lvl1pPr>
          </a:lstStyle>
          <a:p>
            <a:pPr lvl="0" rtl="0"/>
            <a:r>
              <a:rPr lang="ja"/>
              <a:t>マスター タイトルの書式設定</a:t>
            </a:r>
          </a:p>
        </p:txBody>
      </p:sp>
      <p:sp>
        <p:nvSpPr>
          <p:cNvPr id="3" name="サブタイトル 2">
            <a:extLst>
              <a:ext uri="{FF2B5EF4-FFF2-40B4-BE49-F238E27FC236}">
                <a16:creationId xmlns:a16="http://schemas.microsoft.com/office/drawing/2014/main" id="{2BDC76B8-60F6-62D3-9F73-E81662203017}"/>
              </a:ext>
            </a:extLst>
          </p:cNvPr>
          <p:cNvSpPr>
            <a:spLocks noGrp="1"/>
          </p:cNvSpPr>
          <p:nvPr userDrawn="1">
            <p:ph type="subTitle" idx="1" hasCustomPrompt="1"/>
          </p:nvPr>
        </p:nvSpPr>
        <p:spPr>
          <a:xfrm>
            <a:off x="400050" y="5971761"/>
            <a:ext cx="8343898" cy="365125"/>
          </a:xfrm>
        </p:spPr>
        <p:txBody>
          <a:bodyPr vert="horz" lIns="91440" tIns="45720" rIns="91440" bIns="45720" rtlCol="0">
            <a:normAutofit/>
          </a:bodyPr>
          <a:lstStyle>
            <a:lvl1pPr marL="0" indent="0">
              <a:buNone/>
              <a:defRPr lang="en-US" sz="1500" dirty="0">
                <a:latin typeface="Meiryo UI" panose="020B0604030504040204" pitchFamily="34" charset="-128"/>
                <a:ea typeface="Meiryo UI" panose="020B0604030504040204" pitchFamily="34" charset="-128"/>
              </a:defRPr>
            </a:lvl1pPr>
          </a:lstStyle>
          <a:p>
            <a:pPr lvl="0" rtl="0"/>
            <a:r>
              <a:rPr lang="ja"/>
              <a:t>マスター サブタイトルの書式設定</a:t>
            </a:r>
            <a:endParaRPr lang="en-US"/>
          </a:p>
        </p:txBody>
      </p:sp>
      <p:sp>
        <p:nvSpPr>
          <p:cNvPr id="15" name="図プレースホルダー 14">
            <a:extLst>
              <a:ext uri="{FF2B5EF4-FFF2-40B4-BE49-F238E27FC236}">
                <a16:creationId xmlns:a16="http://schemas.microsoft.com/office/drawing/2014/main" id="{76A1DDD8-3860-2FD3-B42D-B8F7A132E7B1}"/>
              </a:ext>
            </a:extLst>
          </p:cNvPr>
          <p:cNvSpPr>
            <a:spLocks noGrp="1"/>
          </p:cNvSpPr>
          <p:nvPr userDrawn="1">
            <p:ph type="pic" sz="quarter" idx="17" hasCustomPrompt="1"/>
          </p:nvPr>
        </p:nvSpPr>
        <p:spPr>
          <a:xfrm>
            <a:off x="3171501" y="184903"/>
            <a:ext cx="5858200" cy="4717212"/>
          </a:xfrm>
          <a:custGeom>
            <a:avLst/>
            <a:gdLst>
              <a:gd name="connsiteX0" fmla="*/ 2329478 w 7810933"/>
              <a:gd name="connsiteY0" fmla="*/ 0 h 4717212"/>
              <a:gd name="connsiteX1" fmla="*/ 2358606 w 7810933"/>
              <a:gd name="connsiteY1" fmla="*/ 0 h 4717212"/>
              <a:gd name="connsiteX2" fmla="*/ 7810933 w 7810933"/>
              <a:gd name="connsiteY2" fmla="*/ 0 h 4717212"/>
              <a:gd name="connsiteX3" fmla="*/ 7810933 w 7810933"/>
              <a:gd name="connsiteY3" fmla="*/ 4717212 h 4717212"/>
              <a:gd name="connsiteX4" fmla="*/ 2329478 w 7810933"/>
              <a:gd name="connsiteY4" fmla="*/ 4717212 h 4717212"/>
              <a:gd name="connsiteX5" fmla="*/ 2329478 w 7810933"/>
              <a:gd name="connsiteY5" fmla="*/ 4715743 h 4717212"/>
              <a:gd name="connsiteX6" fmla="*/ 2117452 w 7810933"/>
              <a:gd name="connsiteY6" fmla="*/ 4705037 h 4717212"/>
              <a:gd name="connsiteX7" fmla="*/ 0 w 7810933"/>
              <a:gd name="connsiteY7" fmla="*/ 2358607 h 4717212"/>
              <a:gd name="connsiteX8" fmla="*/ 2117452 w 7810933"/>
              <a:gd name="connsiteY8" fmla="*/ 12178 h 4717212"/>
              <a:gd name="connsiteX9" fmla="*/ 2329478 w 7810933"/>
              <a:gd name="connsiteY9" fmla="*/ 1471 h 4717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10933" h="4717212">
                <a:moveTo>
                  <a:pt x="2329478" y="0"/>
                </a:moveTo>
                <a:lnTo>
                  <a:pt x="2358606" y="0"/>
                </a:lnTo>
                <a:lnTo>
                  <a:pt x="7810933" y="0"/>
                </a:lnTo>
                <a:lnTo>
                  <a:pt x="7810933" y="4717212"/>
                </a:lnTo>
                <a:lnTo>
                  <a:pt x="2329478" y="4717212"/>
                </a:lnTo>
                <a:lnTo>
                  <a:pt x="2329478" y="4715743"/>
                </a:lnTo>
                <a:lnTo>
                  <a:pt x="2117452" y="4705037"/>
                </a:lnTo>
                <a:cubicBezTo>
                  <a:pt x="928110" y="4584253"/>
                  <a:pt x="0" y="3579816"/>
                  <a:pt x="0" y="2358607"/>
                </a:cubicBezTo>
                <a:cubicBezTo>
                  <a:pt x="0" y="1137399"/>
                  <a:pt x="928110" y="132962"/>
                  <a:pt x="2117452" y="12178"/>
                </a:cubicBezTo>
                <a:lnTo>
                  <a:pt x="2329478" y="1471"/>
                </a:lnTo>
                <a:close/>
              </a:path>
            </a:pathLst>
          </a:custGeom>
          <a:blipFill dpi="0" rotWithShape="1">
            <a:blip r:embed="rId2">
              <a:alphaModFix amt="60000"/>
            </a:blip>
            <a:srcRect/>
            <a:stretch>
              <a:fillRect t="-3" b="-3"/>
            </a:stretch>
          </a:blipFill>
        </p:spPr>
        <p:txBody>
          <a:bodyPr wrap="square" rtlCol="0">
            <a:normAutofit/>
          </a:bodyPr>
          <a:lstStyle>
            <a:lvl1pPr>
              <a:buFontTx/>
              <a:buNone/>
              <a:defRPr>
                <a:latin typeface="Meiryo UI" panose="020B0604030504040204" pitchFamily="34" charset="-128"/>
                <a:ea typeface="Meiryo UI" panose="020B0604030504040204" pitchFamily="34" charset="-128"/>
              </a:defRPr>
            </a:lvl1pPr>
          </a:lstStyle>
          <a:p>
            <a:pPr rtl="0"/>
            <a:r>
              <a:rPr lang="ja"/>
              <a:t>   </a:t>
            </a:r>
          </a:p>
        </p:txBody>
      </p:sp>
      <p:sp>
        <p:nvSpPr>
          <p:cNvPr id="8" name="フッター プレースホルダー 7">
            <a:extLst>
              <a:ext uri="{FF2B5EF4-FFF2-40B4-BE49-F238E27FC236}">
                <a16:creationId xmlns:a16="http://schemas.microsoft.com/office/drawing/2014/main" id="{1B5B8C48-05E9-5280-3F6A-22F8BCBB477E}"/>
              </a:ext>
            </a:extLst>
          </p:cNvPr>
          <p:cNvSpPr>
            <a:spLocks noGrp="1"/>
          </p:cNvSpPr>
          <p:nvPr userDrawn="1">
            <p:ph type="ftr" sz="quarter" idx="15"/>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7" name="日付プレースホルダー 6">
            <a:extLst>
              <a:ext uri="{FF2B5EF4-FFF2-40B4-BE49-F238E27FC236}">
                <a16:creationId xmlns:a16="http://schemas.microsoft.com/office/drawing/2014/main" id="{1AA6C9C7-A264-237A-7F3C-46E6A7A9646D}"/>
              </a:ext>
            </a:extLst>
          </p:cNvPr>
          <p:cNvSpPr>
            <a:spLocks noGrp="1"/>
          </p:cNvSpPr>
          <p:nvPr userDrawn="1">
            <p:ph type="dt" sz="half" idx="14"/>
          </p:nvPr>
        </p:nvSpPr>
        <p:spPr/>
        <p:txBody>
          <a:bodyPr rtlCol="0"/>
          <a:lstStyle/>
          <a:p>
            <a:pPr rtl="0"/>
            <a:r>
              <a:rPr lang="en-US"/>
              <a:t>2025/11/24</a:t>
            </a:r>
          </a:p>
        </p:txBody>
      </p:sp>
      <p:sp>
        <p:nvSpPr>
          <p:cNvPr id="9" name="スライド番号プレースホルダー 8">
            <a:extLst>
              <a:ext uri="{FF2B5EF4-FFF2-40B4-BE49-F238E27FC236}">
                <a16:creationId xmlns:a16="http://schemas.microsoft.com/office/drawing/2014/main" id="{47BC820F-C031-6832-5CA0-B972903E0D5F}"/>
              </a:ext>
            </a:extLst>
          </p:cNvPr>
          <p:cNvSpPr>
            <a:spLocks noGrp="1"/>
          </p:cNvSpPr>
          <p:nvPr userDrawn="1">
            <p:ph type="sldNum" sz="quarter" idx="16"/>
          </p:nvPr>
        </p:nvSpPr>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524747626"/>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画像付きタイトル 2">
    <p:bg>
      <p:bgPr>
        <a:solidFill>
          <a:schemeClr val="accent4"/>
        </a:solidFill>
        <a:effectLst/>
      </p:bgPr>
    </p:bg>
    <p:spTree>
      <p:nvGrpSpPr>
        <p:cNvPr id="1" name=""/>
        <p:cNvGrpSpPr/>
        <p:nvPr/>
      </p:nvGrpSpPr>
      <p:grpSpPr>
        <a:xfrm>
          <a:off x="0" y="0"/>
          <a:ext cx="0" cy="0"/>
          <a:chOff x="0" y="0"/>
          <a:chExt cx="0" cy="0"/>
        </a:xfrm>
      </p:grpSpPr>
      <p:sp>
        <p:nvSpPr>
          <p:cNvPr id="10" name="フリーフォーム(F) 9">
            <a:extLst>
              <a:ext uri="{FF2B5EF4-FFF2-40B4-BE49-F238E27FC236}">
                <a16:creationId xmlns:a16="http://schemas.microsoft.com/office/drawing/2014/main" id="{87D208FF-4408-8F2B-2251-B3581082831B}"/>
              </a:ext>
            </a:extLst>
          </p:cNvPr>
          <p:cNvSpPr/>
          <p:nvPr userDrawn="1"/>
        </p:nvSpPr>
        <p:spPr>
          <a:xfrm>
            <a:off x="3913056" y="148867"/>
            <a:ext cx="5116645" cy="6544413"/>
          </a:xfrm>
          <a:custGeom>
            <a:avLst/>
            <a:gdLst>
              <a:gd name="connsiteX0" fmla="*/ 3231795 w 6822193"/>
              <a:gd name="connsiteY0" fmla="*/ 0 h 6544413"/>
              <a:gd name="connsiteX1" fmla="*/ 3272207 w 6822193"/>
              <a:gd name="connsiteY1" fmla="*/ 0 h 6544413"/>
              <a:gd name="connsiteX2" fmla="*/ 6822193 w 6822193"/>
              <a:gd name="connsiteY2" fmla="*/ 0 h 6544413"/>
              <a:gd name="connsiteX3" fmla="*/ 6822193 w 6822193"/>
              <a:gd name="connsiteY3" fmla="*/ 6544413 h 6544413"/>
              <a:gd name="connsiteX4" fmla="*/ 3272207 w 6822193"/>
              <a:gd name="connsiteY4" fmla="*/ 6544413 h 6544413"/>
              <a:gd name="connsiteX5" fmla="*/ 3231795 w 6822193"/>
              <a:gd name="connsiteY5" fmla="*/ 6544413 h 6544413"/>
              <a:gd name="connsiteX6" fmla="*/ 3231795 w 6822193"/>
              <a:gd name="connsiteY6" fmla="*/ 6542374 h 6544413"/>
              <a:gd name="connsiteX7" fmla="*/ 2937643 w 6822193"/>
              <a:gd name="connsiteY7" fmla="*/ 6527520 h 6544413"/>
              <a:gd name="connsiteX8" fmla="*/ 0 w 6822193"/>
              <a:gd name="connsiteY8" fmla="*/ 3272207 h 6544413"/>
              <a:gd name="connsiteX9" fmla="*/ 2937643 w 6822193"/>
              <a:gd name="connsiteY9" fmla="*/ 16895 h 6544413"/>
              <a:gd name="connsiteX10" fmla="*/ 3231795 w 6822193"/>
              <a:gd name="connsiteY10" fmla="*/ 2042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2193" h="6544413">
                <a:moveTo>
                  <a:pt x="3231795" y="0"/>
                </a:moveTo>
                <a:lnTo>
                  <a:pt x="3272207" y="0"/>
                </a:lnTo>
                <a:lnTo>
                  <a:pt x="6822193" y="0"/>
                </a:lnTo>
                <a:lnTo>
                  <a:pt x="6822193" y="6544413"/>
                </a:lnTo>
                <a:lnTo>
                  <a:pt x="3272207" y="6544413"/>
                </a:lnTo>
                <a:lnTo>
                  <a:pt x="3231795" y="6544413"/>
                </a:lnTo>
                <a:lnTo>
                  <a:pt x="3231795" y="6542374"/>
                </a:lnTo>
                <a:lnTo>
                  <a:pt x="2937643" y="6527520"/>
                </a:lnTo>
                <a:cubicBezTo>
                  <a:pt x="1287612" y="6359951"/>
                  <a:pt x="0" y="4966448"/>
                  <a:pt x="0" y="3272207"/>
                </a:cubicBezTo>
                <a:cubicBezTo>
                  <a:pt x="0" y="1577968"/>
                  <a:pt x="1287612" y="184465"/>
                  <a:pt x="2937643" y="16895"/>
                </a:cubicBezTo>
                <a:lnTo>
                  <a:pt x="3231795" y="2042"/>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11" name="フリーフォーム(F) 10">
            <a:extLst>
              <a:ext uri="{FF2B5EF4-FFF2-40B4-BE49-F238E27FC236}">
                <a16:creationId xmlns:a16="http://schemas.microsoft.com/office/drawing/2014/main" id="{F39CAD08-FF61-D70E-12C1-BA9D97FED7B0}"/>
              </a:ext>
            </a:extLst>
          </p:cNvPr>
          <p:cNvSpPr/>
          <p:nvPr userDrawn="1"/>
        </p:nvSpPr>
        <p:spPr>
          <a:xfrm flipH="1">
            <a:off x="114300" y="1586374"/>
            <a:ext cx="422036" cy="3669401"/>
          </a:xfrm>
          <a:custGeom>
            <a:avLst/>
            <a:gdLst>
              <a:gd name="connsiteX0" fmla="*/ 562714 w 562714"/>
              <a:gd name="connsiteY0" fmla="*/ 0 h 3669401"/>
              <a:gd name="connsiteX1" fmla="*/ 558842 w 562714"/>
              <a:gd name="connsiteY1" fmla="*/ 5178 h 3669401"/>
              <a:gd name="connsiteX2" fmla="*/ 0 w 562714"/>
              <a:gd name="connsiteY2" fmla="*/ 1834700 h 3669401"/>
              <a:gd name="connsiteX3" fmla="*/ 558842 w 562714"/>
              <a:gd name="connsiteY3" fmla="*/ 3664222 h 3669401"/>
              <a:gd name="connsiteX4" fmla="*/ 562714 w 562714"/>
              <a:gd name="connsiteY4" fmla="*/ 3669401 h 3669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714" h="3669401">
                <a:moveTo>
                  <a:pt x="562714" y="0"/>
                </a:moveTo>
                <a:lnTo>
                  <a:pt x="558842" y="5178"/>
                </a:lnTo>
                <a:cubicBezTo>
                  <a:pt x="206018" y="527426"/>
                  <a:pt x="0" y="1157004"/>
                  <a:pt x="0" y="1834700"/>
                </a:cubicBezTo>
                <a:cubicBezTo>
                  <a:pt x="0" y="2512396"/>
                  <a:pt x="206018" y="3141975"/>
                  <a:pt x="558842" y="3664222"/>
                </a:cubicBezTo>
                <a:lnTo>
                  <a:pt x="562714" y="366940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2" name="タイトル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183882" y="533400"/>
            <a:ext cx="3560069" cy="3810001"/>
          </a:xfrm>
        </p:spPr>
        <p:txBody>
          <a:bodyPr vert="horz" lIns="91440" tIns="45720" rIns="91440" bIns="45720" rtlCol="0" anchor="b">
            <a:normAutofit/>
          </a:bodyPr>
          <a:lstStyle>
            <a:lvl1pPr>
              <a:defRPr lang="en-US" sz="3300" dirty="0">
                <a:latin typeface="Meiryo UI" panose="020B0604030504040204" pitchFamily="34" charset="-128"/>
                <a:ea typeface="Meiryo UI" panose="020B0604030504040204" pitchFamily="34" charset="-128"/>
              </a:defRPr>
            </a:lvl1pPr>
          </a:lstStyle>
          <a:p>
            <a:pPr lvl="0" rtl="0"/>
            <a:r>
              <a:rPr lang="ja"/>
              <a:t>マスター タイトルの書式設定</a:t>
            </a:r>
          </a:p>
        </p:txBody>
      </p:sp>
      <p:sp>
        <p:nvSpPr>
          <p:cNvPr id="3" name="サブタイトル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5183882" y="4700225"/>
            <a:ext cx="3280382" cy="1033669"/>
          </a:xfrm>
        </p:spPr>
        <p:txBody>
          <a:bodyPr vert="horz" lIns="91440" tIns="45720" rIns="91440" bIns="45720" rtlCol="0" anchor="t">
            <a:normAutofit/>
          </a:bodyPr>
          <a:lstStyle>
            <a:lvl1pPr marL="0" indent="0">
              <a:buNone/>
              <a:defRPr lang="en-US" sz="1500" dirty="0">
                <a:latin typeface="Meiryo UI" panose="020B0604030504040204" pitchFamily="34" charset="-128"/>
                <a:ea typeface="Meiryo UI" panose="020B0604030504040204" pitchFamily="34" charset="-128"/>
              </a:defRPr>
            </a:lvl1pPr>
          </a:lstStyle>
          <a:p>
            <a:pPr lvl="0" rtl="0"/>
            <a:r>
              <a:rPr lang="ja"/>
              <a:t>マスター サブタイトルの書式設定</a:t>
            </a:r>
          </a:p>
        </p:txBody>
      </p:sp>
      <p:sp>
        <p:nvSpPr>
          <p:cNvPr id="12" name="図プレースホルダー 19">
            <a:extLst>
              <a:ext uri="{FF2B5EF4-FFF2-40B4-BE49-F238E27FC236}">
                <a16:creationId xmlns:a16="http://schemas.microsoft.com/office/drawing/2014/main" id="{BE6812D8-B3BA-52FA-8073-259DC47B71F0}"/>
              </a:ext>
            </a:extLst>
          </p:cNvPr>
          <p:cNvSpPr>
            <a:spLocks noGrp="1"/>
          </p:cNvSpPr>
          <p:nvPr>
            <p:ph type="pic" sz="quarter" idx="13" hasCustomPrompt="1"/>
          </p:nvPr>
        </p:nvSpPr>
        <p:spPr>
          <a:xfrm>
            <a:off x="440431" y="164724"/>
            <a:ext cx="3560069" cy="6542805"/>
          </a:xfrm>
          <a:custGeom>
            <a:avLst/>
            <a:gdLst>
              <a:gd name="connsiteX0" fmla="*/ 3245777 w 4746759"/>
              <a:gd name="connsiteY0" fmla="*/ 0 h 6542805"/>
              <a:gd name="connsiteX1" fmla="*/ 3560809 w 4746759"/>
              <a:gd name="connsiteY1" fmla="*/ 0 h 6542805"/>
              <a:gd name="connsiteX2" fmla="*/ 3749050 w 4746759"/>
              <a:gd name="connsiteY2" fmla="*/ 37730 h 6542805"/>
              <a:gd name="connsiteX3" fmla="*/ 3940611 w 4746759"/>
              <a:gd name="connsiteY3" fmla="*/ 112320 h 6542805"/>
              <a:gd name="connsiteX4" fmla="*/ 4725623 w 4746759"/>
              <a:gd name="connsiteY4" fmla="*/ 1397735 h 6542805"/>
              <a:gd name="connsiteX5" fmla="*/ 4746759 w 4746759"/>
              <a:gd name="connsiteY5" fmla="*/ 1609122 h 6542805"/>
              <a:gd name="connsiteX6" fmla="*/ 4746759 w 4746759"/>
              <a:gd name="connsiteY6" fmla="*/ 2127659 h 6542805"/>
              <a:gd name="connsiteX7" fmla="*/ 4740323 w 4746759"/>
              <a:gd name="connsiteY7" fmla="*/ 2239595 h 6542805"/>
              <a:gd name="connsiteX8" fmla="*/ 4173731 w 4746759"/>
              <a:gd name="connsiteY8" fmla="*/ 4154476 h 6542805"/>
              <a:gd name="connsiteX9" fmla="*/ 817427 w 4746759"/>
              <a:gd name="connsiteY9" fmla="*/ 6419116 h 6542805"/>
              <a:gd name="connsiteX10" fmla="*/ 584307 w 4746759"/>
              <a:gd name="connsiteY10" fmla="*/ 2376960 h 6542805"/>
              <a:gd name="connsiteX11" fmla="*/ 3119310 w 4746759"/>
              <a:gd name="connsiteY11" fmla="*/ 14185 h 6542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46759" h="6542805">
                <a:moveTo>
                  <a:pt x="3245777" y="0"/>
                </a:moveTo>
                <a:lnTo>
                  <a:pt x="3560809" y="0"/>
                </a:lnTo>
                <a:lnTo>
                  <a:pt x="3749050" y="37730"/>
                </a:lnTo>
                <a:cubicBezTo>
                  <a:pt x="3814714" y="56842"/>
                  <a:pt x="3878661" y="81642"/>
                  <a:pt x="3940611" y="112320"/>
                </a:cubicBezTo>
                <a:cubicBezTo>
                  <a:pt x="4374257" y="327065"/>
                  <a:pt x="4638161" y="794254"/>
                  <a:pt x="4725623" y="1397735"/>
                </a:cubicBezTo>
                <a:lnTo>
                  <a:pt x="4746759" y="1609122"/>
                </a:lnTo>
                <a:lnTo>
                  <a:pt x="4746759" y="2127659"/>
                </a:lnTo>
                <a:lnTo>
                  <a:pt x="4740323" y="2239595"/>
                </a:lnTo>
                <a:cubicBezTo>
                  <a:pt x="4684605" y="2838710"/>
                  <a:pt x="4497147" y="3501385"/>
                  <a:pt x="4173731" y="4154476"/>
                </a:cubicBezTo>
                <a:cubicBezTo>
                  <a:pt x="3311287" y="5896050"/>
                  <a:pt x="1808620" y="6909964"/>
                  <a:pt x="817427" y="6419116"/>
                </a:cubicBezTo>
                <a:cubicBezTo>
                  <a:pt x="-173765" y="5928269"/>
                  <a:pt x="-278136" y="4118535"/>
                  <a:pt x="584307" y="2376960"/>
                </a:cubicBezTo>
                <a:cubicBezTo>
                  <a:pt x="1231140" y="1070780"/>
                  <a:pt x="2238099" y="173908"/>
                  <a:pt x="3119310" y="14185"/>
                </a:cubicBezTo>
                <a:close/>
              </a:path>
            </a:pathLst>
          </a:custGeom>
          <a:blipFill dpi="0" rotWithShape="1">
            <a:blip r:embed="rId2">
              <a:alphaModFix amt="60000"/>
            </a:blip>
            <a:srcRect/>
            <a:stretch>
              <a:fillRect/>
            </a:stretch>
          </a:blipFill>
        </p:spPr>
        <p:txBody>
          <a:bodyPr wrap="square" rtlCol="0">
            <a:normAutofit/>
          </a:bodyPr>
          <a:lstStyle>
            <a:lvl1pPr>
              <a:buNone/>
              <a:defRPr>
                <a:latin typeface="Meiryo UI" panose="020B0604030504040204" pitchFamily="34" charset="-128"/>
                <a:ea typeface="Meiryo UI" panose="020B0604030504040204" pitchFamily="34" charset="-128"/>
              </a:defRPr>
            </a:lvl1pPr>
          </a:lstStyle>
          <a:p>
            <a:pPr rtl="0"/>
            <a:r>
              <a:rPr lang="ja"/>
              <a:t>   </a:t>
            </a:r>
          </a:p>
        </p:txBody>
      </p:sp>
      <p:sp>
        <p:nvSpPr>
          <p:cNvPr id="5" name="フッター プレースホルダー 4">
            <a:extLst>
              <a:ext uri="{FF2B5EF4-FFF2-40B4-BE49-F238E27FC236}">
                <a16:creationId xmlns:a16="http://schemas.microsoft.com/office/drawing/2014/main" id="{5B407A58-3351-E479-1A0C-2FF49FA42707}"/>
              </a:ext>
            </a:extLst>
          </p:cNvPr>
          <p:cNvSpPr>
            <a:spLocks noGrp="1"/>
          </p:cNvSpPr>
          <p:nvPr>
            <p:ph type="ftr" sz="quarter" idx="11"/>
          </p:nvPr>
        </p:nvSpPr>
        <p:spPr>
          <a:xfrm>
            <a:off x="5650992" y="6343956"/>
            <a:ext cx="1575362"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endParaRPr lang="en-US"/>
          </a:p>
        </p:txBody>
      </p:sp>
      <p:sp>
        <p:nvSpPr>
          <p:cNvPr id="4" name="日付プレースホルダー 3">
            <a:extLst>
              <a:ext uri="{FF2B5EF4-FFF2-40B4-BE49-F238E27FC236}">
                <a16:creationId xmlns:a16="http://schemas.microsoft.com/office/drawing/2014/main" id="{EAE2DAFA-435E-AAF9-8B67-495E5AFDCD91}"/>
              </a:ext>
            </a:extLst>
          </p:cNvPr>
          <p:cNvSpPr>
            <a:spLocks noGrp="1"/>
          </p:cNvSpPr>
          <p:nvPr>
            <p:ph type="dt" sz="half" idx="10"/>
          </p:nvPr>
        </p:nvSpPr>
        <p:spPr>
          <a:xfrm>
            <a:off x="7226354" y="6343956"/>
            <a:ext cx="1094181" cy="365125"/>
          </a:xfrm>
        </p:spPr>
        <p:txBody>
          <a:bodyPr rtlCol="0"/>
          <a:lstStyle>
            <a:lvl1pPr>
              <a:defRPr>
                <a:solidFill>
                  <a:schemeClr val="tx1"/>
                </a:solidFill>
                <a:effectLst/>
              </a:defRPr>
            </a:lvl1pPr>
          </a:lstStyle>
          <a:p>
            <a:pPr rtl="0"/>
            <a:r>
              <a:rPr lang="en-US"/>
              <a:t>2025/11/24</a:t>
            </a:r>
          </a:p>
        </p:txBody>
      </p:sp>
      <p:sp>
        <p:nvSpPr>
          <p:cNvPr id="6" name="スライド番号プレースホルダー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2639033684"/>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28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画像付きタイトル 3">
    <p:bg>
      <p:bgPr>
        <a:solidFill>
          <a:schemeClr val="accent4"/>
        </a:solidFill>
        <a:effectLst/>
      </p:bgPr>
    </p:bg>
    <p:spTree>
      <p:nvGrpSpPr>
        <p:cNvPr id="1" name=""/>
        <p:cNvGrpSpPr/>
        <p:nvPr/>
      </p:nvGrpSpPr>
      <p:grpSpPr>
        <a:xfrm>
          <a:off x="0" y="0"/>
          <a:ext cx="0" cy="0"/>
          <a:chOff x="0" y="0"/>
          <a:chExt cx="0" cy="0"/>
        </a:xfrm>
      </p:grpSpPr>
      <p:sp>
        <p:nvSpPr>
          <p:cNvPr id="7" name="フリーフォーム(F) 6">
            <a:extLst>
              <a:ext uri="{FF2B5EF4-FFF2-40B4-BE49-F238E27FC236}">
                <a16:creationId xmlns:a16="http://schemas.microsoft.com/office/drawing/2014/main" id="{D678C377-B342-D090-A3F1-4BB6E9101B48}"/>
              </a:ext>
            </a:extLst>
          </p:cNvPr>
          <p:cNvSpPr/>
          <p:nvPr userDrawn="1"/>
        </p:nvSpPr>
        <p:spPr>
          <a:xfrm>
            <a:off x="8007589" y="767433"/>
            <a:ext cx="1022111" cy="5307278"/>
          </a:xfrm>
          <a:custGeom>
            <a:avLst/>
            <a:gdLst>
              <a:gd name="connsiteX0" fmla="*/ 1362814 w 1362814"/>
              <a:gd name="connsiteY0" fmla="*/ 0 h 5307278"/>
              <a:gd name="connsiteX1" fmla="*/ 1362814 w 1362814"/>
              <a:gd name="connsiteY1" fmla="*/ 5307278 h 5307278"/>
              <a:gd name="connsiteX2" fmla="*/ 1190780 w 1362814"/>
              <a:gd name="connsiteY2" fmla="*/ 5178633 h 5307278"/>
              <a:gd name="connsiteX3" fmla="*/ 0 w 1362814"/>
              <a:gd name="connsiteY3" fmla="*/ 2653639 h 5307278"/>
              <a:gd name="connsiteX4" fmla="*/ 1190780 w 1362814"/>
              <a:gd name="connsiteY4" fmla="*/ 128645 h 5307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814" h="5307278">
                <a:moveTo>
                  <a:pt x="1362814" y="0"/>
                </a:moveTo>
                <a:lnTo>
                  <a:pt x="1362814" y="5307278"/>
                </a:lnTo>
                <a:lnTo>
                  <a:pt x="1190780" y="5178633"/>
                </a:lnTo>
                <a:cubicBezTo>
                  <a:pt x="463541" y="4578462"/>
                  <a:pt x="0" y="3670184"/>
                  <a:pt x="0" y="2653639"/>
                </a:cubicBezTo>
                <a:cubicBezTo>
                  <a:pt x="0" y="1637095"/>
                  <a:pt x="463541" y="728816"/>
                  <a:pt x="1190780" y="128645"/>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8" name="円/楕円 7">
            <a:extLst>
              <a:ext uri="{FF2B5EF4-FFF2-40B4-BE49-F238E27FC236}">
                <a16:creationId xmlns:a16="http://schemas.microsoft.com/office/drawing/2014/main" id="{AA1FB54D-B979-7DC2-508A-4E3A1424DA8E}"/>
              </a:ext>
            </a:extLst>
          </p:cNvPr>
          <p:cNvSpPr/>
          <p:nvPr userDrawn="1"/>
        </p:nvSpPr>
        <p:spPr>
          <a:xfrm rot="20019298">
            <a:off x="4817192" y="-88436"/>
            <a:ext cx="3004076" cy="7037751"/>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2" name="タイトル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941942" y="3070308"/>
            <a:ext cx="2802008" cy="2845567"/>
          </a:xfrm>
        </p:spPr>
        <p:txBody>
          <a:bodyPr vert="horz" lIns="91440" tIns="45720" rIns="91440" bIns="45720" rtlCol="0" anchor="b">
            <a:normAutofit/>
          </a:bodyPr>
          <a:lstStyle>
            <a:lvl1pPr>
              <a:defRPr lang="en-US" sz="3300" dirty="0">
                <a:latin typeface="Meiryo UI" panose="020B0604030504040204" pitchFamily="34" charset="-128"/>
                <a:ea typeface="Meiryo UI" panose="020B0604030504040204" pitchFamily="34" charset="-128"/>
              </a:defRPr>
            </a:lvl1pPr>
          </a:lstStyle>
          <a:p>
            <a:pPr lvl="0" rtl="0"/>
            <a:r>
              <a:rPr lang="ja"/>
              <a:t>マスター タイトルの書式設定</a:t>
            </a:r>
          </a:p>
        </p:txBody>
      </p:sp>
      <p:sp>
        <p:nvSpPr>
          <p:cNvPr id="3" name="サブタイトル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5946514" y="568036"/>
            <a:ext cx="2797436" cy="1123122"/>
          </a:xfrm>
        </p:spPr>
        <p:txBody>
          <a:bodyPr vert="horz" lIns="91440" tIns="45720" rIns="91440" bIns="45720" rtlCol="0">
            <a:normAutofit/>
          </a:bodyPr>
          <a:lstStyle>
            <a:lvl1pPr marL="0" indent="0">
              <a:buNone/>
              <a:defRPr lang="en-US" sz="1500" dirty="0">
                <a:latin typeface="Meiryo UI" panose="020B0604030504040204" pitchFamily="34" charset="-128"/>
                <a:ea typeface="Meiryo UI" panose="020B0604030504040204" pitchFamily="34" charset="-128"/>
              </a:defRPr>
            </a:lvl1pPr>
          </a:lstStyle>
          <a:p>
            <a:pPr lvl="0" rtl="0"/>
            <a:r>
              <a:rPr lang="ja"/>
              <a:t>マスター サブタイトルの書式設定</a:t>
            </a:r>
          </a:p>
        </p:txBody>
      </p:sp>
      <p:sp>
        <p:nvSpPr>
          <p:cNvPr id="9" name="図プレースホルダー 12">
            <a:extLst>
              <a:ext uri="{FF2B5EF4-FFF2-40B4-BE49-F238E27FC236}">
                <a16:creationId xmlns:a16="http://schemas.microsoft.com/office/drawing/2014/main" id="{D352C733-7F5C-C8F4-267E-B020FB5CC931}"/>
              </a:ext>
            </a:extLst>
          </p:cNvPr>
          <p:cNvSpPr>
            <a:spLocks noGrp="1"/>
          </p:cNvSpPr>
          <p:nvPr>
            <p:ph type="pic" sz="quarter" idx="13" hasCustomPrompt="1"/>
          </p:nvPr>
        </p:nvSpPr>
        <p:spPr>
          <a:xfrm>
            <a:off x="114299" y="164721"/>
            <a:ext cx="4512564" cy="6528559"/>
          </a:xfrm>
          <a:custGeom>
            <a:avLst/>
            <a:gdLst>
              <a:gd name="connsiteX0" fmla="*/ 0 w 6022093"/>
              <a:gd name="connsiteY0" fmla="*/ 0 h 6528559"/>
              <a:gd name="connsiteX1" fmla="*/ 3063832 w 6022093"/>
              <a:gd name="connsiteY1" fmla="*/ 0 h 6528559"/>
              <a:gd name="connsiteX2" fmla="*/ 3084452 w 6022093"/>
              <a:gd name="connsiteY2" fmla="*/ 1041 h 6528559"/>
              <a:gd name="connsiteX3" fmla="*/ 6007231 w 6022093"/>
              <a:gd name="connsiteY3" fmla="*/ 2942433 h 6528559"/>
              <a:gd name="connsiteX4" fmla="*/ 6022093 w 6022093"/>
              <a:gd name="connsiteY4" fmla="*/ 3256333 h 6528559"/>
              <a:gd name="connsiteX5" fmla="*/ 6022093 w 6022093"/>
              <a:gd name="connsiteY5" fmla="*/ 3256373 h 6528559"/>
              <a:gd name="connsiteX6" fmla="*/ 6007231 w 6022093"/>
              <a:gd name="connsiteY6" fmla="*/ 3570273 h 6528559"/>
              <a:gd name="connsiteX7" fmla="*/ 3084452 w 6022093"/>
              <a:gd name="connsiteY7" fmla="*/ 6511666 h 6528559"/>
              <a:gd name="connsiteX8" fmla="*/ 2790299 w 6022093"/>
              <a:gd name="connsiteY8" fmla="*/ 6526520 h 6528559"/>
              <a:gd name="connsiteX9" fmla="*/ 2790299 w 6022093"/>
              <a:gd name="connsiteY9" fmla="*/ 6528559 h 6528559"/>
              <a:gd name="connsiteX10" fmla="*/ 2749888 w 6022093"/>
              <a:gd name="connsiteY10" fmla="*/ 6528559 h 6528559"/>
              <a:gd name="connsiteX11" fmla="*/ 0 w 6022093"/>
              <a:gd name="connsiteY11" fmla="*/ 6528559 h 6528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22093" h="6528559">
                <a:moveTo>
                  <a:pt x="0" y="0"/>
                </a:moveTo>
                <a:lnTo>
                  <a:pt x="3063832" y="0"/>
                </a:lnTo>
                <a:lnTo>
                  <a:pt x="3084452" y="1041"/>
                </a:lnTo>
                <a:cubicBezTo>
                  <a:pt x="4631356" y="158137"/>
                  <a:pt x="5859727" y="1392714"/>
                  <a:pt x="6007231" y="2942433"/>
                </a:cubicBezTo>
                <a:lnTo>
                  <a:pt x="6022093" y="3256333"/>
                </a:lnTo>
                <a:lnTo>
                  <a:pt x="6022093" y="3256373"/>
                </a:lnTo>
                <a:lnTo>
                  <a:pt x="6007231" y="3570273"/>
                </a:lnTo>
                <a:cubicBezTo>
                  <a:pt x="5859727" y="5119993"/>
                  <a:pt x="4631356" y="6354570"/>
                  <a:pt x="3084452" y="6511666"/>
                </a:cubicBezTo>
                <a:lnTo>
                  <a:pt x="2790299" y="6526520"/>
                </a:lnTo>
                <a:lnTo>
                  <a:pt x="2790299" y="6528559"/>
                </a:lnTo>
                <a:lnTo>
                  <a:pt x="2749888" y="6528559"/>
                </a:lnTo>
                <a:lnTo>
                  <a:pt x="0" y="6528559"/>
                </a:lnTo>
                <a:close/>
              </a:path>
            </a:pathLst>
          </a:custGeom>
          <a:blipFill dpi="0" rotWithShape="1">
            <a:blip r:embed="rId2">
              <a:alphaModFix amt="60000"/>
            </a:blip>
            <a:srcRect/>
            <a:stretch>
              <a:fillRect l="-2897" r="-2897"/>
            </a:stretch>
          </a:blipFill>
        </p:spPr>
        <p:txBody>
          <a:bodyPr wrap="square" rtlCol="0">
            <a:normAutofit/>
          </a:bodyPr>
          <a:lstStyle>
            <a:lvl1pPr>
              <a:buNone/>
              <a:defRPr>
                <a:latin typeface="Meiryo UI" panose="020B0604030504040204" pitchFamily="34" charset="-128"/>
                <a:ea typeface="Meiryo UI" panose="020B0604030504040204" pitchFamily="34" charset="-128"/>
              </a:defRPr>
            </a:lvl1pPr>
          </a:lstStyle>
          <a:p>
            <a:pPr rtl="0"/>
            <a:r>
              <a:rPr lang="ja"/>
              <a:t>   </a:t>
            </a:r>
          </a:p>
        </p:txBody>
      </p:sp>
      <p:sp>
        <p:nvSpPr>
          <p:cNvPr id="5" name="フッター プレースホルダー 4">
            <a:extLst>
              <a:ext uri="{FF2B5EF4-FFF2-40B4-BE49-F238E27FC236}">
                <a16:creationId xmlns:a16="http://schemas.microsoft.com/office/drawing/2014/main" id="{5B407A58-3351-E479-1A0C-2FF49FA42707}"/>
              </a:ext>
            </a:extLst>
          </p:cNvPr>
          <p:cNvSpPr>
            <a:spLocks noGrp="1"/>
          </p:cNvSpPr>
          <p:nvPr>
            <p:ph type="ftr" sz="quarter" idx="11"/>
          </p:nvPr>
        </p:nvSpPr>
        <p:spPr>
          <a:xfrm>
            <a:off x="5884791" y="6343956"/>
            <a:ext cx="1575362"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endParaRPr lang="en-US"/>
          </a:p>
        </p:txBody>
      </p:sp>
      <p:sp>
        <p:nvSpPr>
          <p:cNvPr id="4" name="日付プレースホルダー 3">
            <a:extLst>
              <a:ext uri="{FF2B5EF4-FFF2-40B4-BE49-F238E27FC236}">
                <a16:creationId xmlns:a16="http://schemas.microsoft.com/office/drawing/2014/main" id="{EAE2DAFA-435E-AAF9-8B67-495E5AFDCD91}"/>
              </a:ext>
            </a:extLst>
          </p:cNvPr>
          <p:cNvSpPr>
            <a:spLocks noGrp="1"/>
          </p:cNvSpPr>
          <p:nvPr>
            <p:ph type="dt" sz="half" idx="10"/>
          </p:nvPr>
        </p:nvSpPr>
        <p:spPr>
          <a:xfrm>
            <a:off x="7214163" y="6343956"/>
            <a:ext cx="1106372" cy="365125"/>
          </a:xfrm>
        </p:spPr>
        <p:txBody>
          <a:bodyPr rtlCol="0"/>
          <a:lstStyle>
            <a:lvl1pPr>
              <a:defRPr>
                <a:solidFill>
                  <a:schemeClr val="tx1"/>
                </a:solidFill>
                <a:effectLst/>
              </a:defRPr>
            </a:lvl1pPr>
          </a:lstStyle>
          <a:p>
            <a:pPr rtl="0"/>
            <a:r>
              <a:rPr lang="en-US"/>
              <a:t>2025/11/24</a:t>
            </a:r>
          </a:p>
        </p:txBody>
      </p:sp>
      <p:sp>
        <p:nvSpPr>
          <p:cNvPr id="6" name="スライド番号プレースホルダー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1512718291"/>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セクション ヘッダー">
    <p:bg>
      <p:bgPr>
        <a:solidFill>
          <a:schemeClr val="accent4"/>
        </a:solidFill>
        <a:effectLst/>
      </p:bgPr>
    </p:bg>
    <p:spTree>
      <p:nvGrpSpPr>
        <p:cNvPr id="1" name=""/>
        <p:cNvGrpSpPr/>
        <p:nvPr/>
      </p:nvGrpSpPr>
      <p:grpSpPr>
        <a:xfrm>
          <a:off x="0" y="0"/>
          <a:ext cx="0" cy="0"/>
          <a:chOff x="0" y="0"/>
          <a:chExt cx="0" cy="0"/>
        </a:xfrm>
      </p:grpSpPr>
      <p:grpSp>
        <p:nvGrpSpPr>
          <p:cNvPr id="3" name="グループ 2">
            <a:extLst>
              <a:ext uri="{FF2B5EF4-FFF2-40B4-BE49-F238E27FC236}">
                <a16:creationId xmlns:a16="http://schemas.microsoft.com/office/drawing/2014/main" id="{ED5FAC22-3E6A-0CAE-40EA-3ABA0592E4DC}"/>
              </a:ext>
            </a:extLst>
          </p:cNvPr>
          <p:cNvGrpSpPr/>
          <p:nvPr userDrawn="1"/>
        </p:nvGrpSpPr>
        <p:grpSpPr>
          <a:xfrm flipH="1">
            <a:off x="123825" y="27214"/>
            <a:ext cx="8905875" cy="3503886"/>
            <a:chOff x="-11811000" y="-88436"/>
            <a:chExt cx="23850600" cy="7037751"/>
          </a:xfrm>
          <a:solidFill>
            <a:schemeClr val="accent4">
              <a:lumMod val="60000"/>
              <a:lumOff val="40000"/>
            </a:schemeClr>
          </a:solidFill>
        </p:grpSpPr>
        <p:sp>
          <p:nvSpPr>
            <p:cNvPr id="7" name="フリーフォーム(F) 6">
              <a:extLst>
                <a:ext uri="{FF2B5EF4-FFF2-40B4-BE49-F238E27FC236}">
                  <a16:creationId xmlns:a16="http://schemas.microsoft.com/office/drawing/2014/main" id="{195FBA9E-F968-3354-377B-B6BB223B15FD}"/>
                </a:ext>
              </a:extLst>
            </p:cNvPr>
            <p:cNvSpPr/>
            <p:nvPr/>
          </p:nvSpPr>
          <p:spPr>
            <a:xfrm flipH="1">
              <a:off x="-11811000" y="148866"/>
              <a:ext cx="12803893" cy="6544413"/>
            </a:xfrm>
            <a:custGeom>
              <a:avLst/>
              <a:gdLst>
                <a:gd name="connsiteX0" fmla="*/ 6410542 w 6410542"/>
                <a:gd name="connsiteY0" fmla="*/ 0 h 3276600"/>
                <a:gd name="connsiteX1" fmla="*/ 1638300 w 6410542"/>
                <a:gd name="connsiteY1" fmla="*/ 0 h 3276600"/>
                <a:gd name="connsiteX2" fmla="*/ 1618067 w 6410542"/>
                <a:gd name="connsiteY2" fmla="*/ 0 h 3276600"/>
                <a:gd name="connsiteX3" fmla="*/ 1618067 w 6410542"/>
                <a:gd name="connsiteY3" fmla="*/ 1022 h 3276600"/>
                <a:gd name="connsiteX4" fmla="*/ 1470793 w 6410542"/>
                <a:gd name="connsiteY4" fmla="*/ 8459 h 3276600"/>
                <a:gd name="connsiteX5" fmla="*/ 0 w 6410542"/>
                <a:gd name="connsiteY5" fmla="*/ 1638300 h 3276600"/>
                <a:gd name="connsiteX6" fmla="*/ 1470793 w 6410542"/>
                <a:gd name="connsiteY6" fmla="*/ 3268142 h 3276600"/>
                <a:gd name="connsiteX7" fmla="*/ 1618067 w 6410542"/>
                <a:gd name="connsiteY7" fmla="*/ 3275579 h 3276600"/>
                <a:gd name="connsiteX8" fmla="*/ 1618067 w 6410542"/>
                <a:gd name="connsiteY8" fmla="*/ 3276600 h 3276600"/>
                <a:gd name="connsiteX9" fmla="*/ 1638300 w 6410542"/>
                <a:gd name="connsiteY9" fmla="*/ 3276600 h 3276600"/>
                <a:gd name="connsiteX10" fmla="*/ 6410542 w 6410542"/>
                <a:gd name="connsiteY10" fmla="*/ 3276600 h 327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10542" h="3276600">
                  <a:moveTo>
                    <a:pt x="6410542" y="0"/>
                  </a:moveTo>
                  <a:lnTo>
                    <a:pt x="1638300" y="0"/>
                  </a:lnTo>
                  <a:lnTo>
                    <a:pt x="1618067" y="0"/>
                  </a:lnTo>
                  <a:lnTo>
                    <a:pt x="1618067" y="1022"/>
                  </a:lnTo>
                  <a:lnTo>
                    <a:pt x="1470793" y="8459"/>
                  </a:lnTo>
                  <a:cubicBezTo>
                    <a:pt x="644670" y="92356"/>
                    <a:pt x="0" y="790043"/>
                    <a:pt x="0" y="1638300"/>
                  </a:cubicBezTo>
                  <a:cubicBezTo>
                    <a:pt x="0" y="2486558"/>
                    <a:pt x="644670" y="3184245"/>
                    <a:pt x="1470793" y="3268142"/>
                  </a:cubicBezTo>
                  <a:lnTo>
                    <a:pt x="1618067" y="3275579"/>
                  </a:lnTo>
                  <a:lnTo>
                    <a:pt x="1618067" y="3276600"/>
                  </a:lnTo>
                  <a:lnTo>
                    <a:pt x="1638300" y="3276600"/>
                  </a:lnTo>
                  <a:lnTo>
                    <a:pt x="6410542" y="32766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8" name="円/楕円 7">
              <a:extLst>
                <a:ext uri="{FF2B5EF4-FFF2-40B4-BE49-F238E27FC236}">
                  <a16:creationId xmlns:a16="http://schemas.microsoft.com/office/drawing/2014/main" id="{54A776E2-E8FB-95BD-B1DE-B62FEEB92D65}"/>
                </a:ext>
              </a:extLst>
            </p:cNvPr>
            <p:cNvSpPr/>
            <p:nvPr/>
          </p:nvSpPr>
          <p:spPr>
            <a:xfrm>
              <a:off x="5495186" y="148865"/>
              <a:ext cx="6544414" cy="65444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9" name="円/楕円 8">
              <a:extLst>
                <a:ext uri="{FF2B5EF4-FFF2-40B4-BE49-F238E27FC236}">
                  <a16:creationId xmlns:a16="http://schemas.microsoft.com/office/drawing/2014/main" id="{A651FE85-1B8E-330B-F931-0F7C22842C94}"/>
                </a:ext>
              </a:extLst>
            </p:cNvPr>
            <p:cNvSpPr/>
            <p:nvPr/>
          </p:nvSpPr>
          <p:spPr>
            <a:xfrm rot="20019298">
              <a:off x="1241322"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
        <p:nvSpPr>
          <p:cNvPr id="2" name="タイトル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00051" y="1417672"/>
            <a:ext cx="8343899" cy="4906929"/>
          </a:xfrm>
        </p:spPr>
        <p:txBody>
          <a:bodyPr vert="horz" lIns="91440" tIns="45720" rIns="91440" bIns="45720" rtlCol="0" anchor="b">
            <a:normAutofit/>
          </a:bodyPr>
          <a:lstStyle>
            <a:lvl1pPr>
              <a:defRPr lang="en-US" sz="4500" dirty="0">
                <a:solidFill>
                  <a:schemeClr val="bg1"/>
                </a:solidFill>
                <a:latin typeface="Meiryo UI" panose="020B0604030504040204" pitchFamily="34" charset="-128"/>
                <a:ea typeface="Meiryo UI" panose="020B0604030504040204" pitchFamily="34" charset="-128"/>
              </a:defRPr>
            </a:lvl1pPr>
          </a:lstStyle>
          <a:p>
            <a:pPr lvl="0" rtl="0"/>
            <a:r>
              <a:rPr lang="ja"/>
              <a:t>セクション ヘッダー</a:t>
            </a:r>
          </a:p>
        </p:txBody>
      </p:sp>
      <p:sp>
        <p:nvSpPr>
          <p:cNvPr id="5" name="フッター プレースホルダー 4">
            <a:extLst>
              <a:ext uri="{FF2B5EF4-FFF2-40B4-BE49-F238E27FC236}">
                <a16:creationId xmlns:a16="http://schemas.microsoft.com/office/drawing/2014/main" id="{5B407A58-3351-E479-1A0C-2FF49FA42707}"/>
              </a:ext>
            </a:extLst>
          </p:cNvPr>
          <p:cNvSpPr>
            <a:spLocks noGrp="1"/>
          </p:cNvSpPr>
          <p:nvPr>
            <p:ph type="ftr" sz="quarter" idx="11"/>
          </p:nvPr>
        </p:nvSpPr>
        <p:spPr>
          <a:xfrm>
            <a:off x="400051" y="6324600"/>
            <a:ext cx="2163489" cy="381000"/>
          </a:xfrm>
        </p:spPr>
        <p:txBody>
          <a:bodyPr rtlCol="0">
            <a:normAutofit/>
          </a:bodyPr>
          <a:lstStyle>
            <a:lvl1pPr>
              <a:defRPr>
                <a:solidFill>
                  <a:schemeClr val="bg1"/>
                </a:solidFill>
                <a:latin typeface="Meiryo UI" panose="020B0604030504040204" pitchFamily="34" charset="-128"/>
                <a:ea typeface="Meiryo UI" panose="020B0604030504040204" pitchFamily="34" charset="-128"/>
              </a:defRPr>
            </a:lvl1pPr>
          </a:lstStyle>
          <a:p>
            <a:r>
              <a:rPr lang="ja"/>
              <a:t>サンプル フッター テキスト</a:t>
            </a:r>
            <a:endParaRPr lang="en-US"/>
          </a:p>
        </p:txBody>
      </p:sp>
      <p:sp>
        <p:nvSpPr>
          <p:cNvPr id="4" name="日付プレースホルダー 3">
            <a:extLst>
              <a:ext uri="{FF2B5EF4-FFF2-40B4-BE49-F238E27FC236}">
                <a16:creationId xmlns:a16="http://schemas.microsoft.com/office/drawing/2014/main" id="{EAE2DAFA-435E-AAF9-8B67-495E5AFDCD91}"/>
              </a:ext>
            </a:extLst>
          </p:cNvPr>
          <p:cNvSpPr>
            <a:spLocks noGrp="1"/>
          </p:cNvSpPr>
          <p:nvPr>
            <p:ph type="dt" sz="half" idx="10"/>
          </p:nvPr>
        </p:nvSpPr>
        <p:spPr>
          <a:xfrm>
            <a:off x="6670447" y="6324600"/>
            <a:ext cx="1651983" cy="381000"/>
          </a:xfrm>
        </p:spPr>
        <p:txBody>
          <a:bodyPr rtlCol="0"/>
          <a:lstStyle>
            <a:lvl1pPr>
              <a:defRPr>
                <a:solidFill>
                  <a:schemeClr val="bg1"/>
                </a:solidFill>
              </a:defRPr>
            </a:lvl1pPr>
          </a:lstStyle>
          <a:p>
            <a:pPr rtl="0"/>
            <a:r>
              <a:rPr lang="en-US"/>
              <a:t>2025/11/24</a:t>
            </a:r>
          </a:p>
        </p:txBody>
      </p:sp>
      <p:sp>
        <p:nvSpPr>
          <p:cNvPr id="6" name="スライド番号プレースホルダー 5">
            <a:extLst>
              <a:ext uri="{FF2B5EF4-FFF2-40B4-BE49-F238E27FC236}">
                <a16:creationId xmlns:a16="http://schemas.microsoft.com/office/drawing/2014/main" id="{81789E10-2433-2ECB-9C92-571B583A4CF1}"/>
              </a:ext>
            </a:extLst>
          </p:cNvPr>
          <p:cNvSpPr>
            <a:spLocks noGrp="1"/>
          </p:cNvSpPr>
          <p:nvPr>
            <p:ph type="sldNum" sz="quarter" idx="12"/>
          </p:nvPr>
        </p:nvSpPr>
        <p:spPr>
          <a:xfrm>
            <a:off x="8360323" y="6324600"/>
            <a:ext cx="383627" cy="381000"/>
          </a:xfrm>
        </p:spPr>
        <p:txBody>
          <a:bodyPr rtlCol="0"/>
          <a:lstStyle>
            <a:lvl1pPr>
              <a:defRPr>
                <a:solidFill>
                  <a:schemeClr val="bg1"/>
                </a:solidFill>
              </a:defRPr>
            </a:lvl1pPr>
          </a:lstStyle>
          <a:p>
            <a:pPr rtl="0"/>
            <a:fld id="{AEAA3239-9EA4-4A65-A281-97F994456D9F}" type="slidenum">
              <a:rPr lang="en-US" smtClean="0"/>
              <a:pPr rtl="0"/>
              <a:t>‹#›</a:t>
            </a:fld>
            <a:endParaRPr lang="en-US"/>
          </a:p>
        </p:txBody>
      </p:sp>
    </p:spTree>
    <p:extLst>
      <p:ext uri="{BB962C8B-B14F-4D97-AF65-F5344CB8AC3E}">
        <p14:creationId xmlns:p14="http://schemas.microsoft.com/office/powerpoint/2010/main" val="179777464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セクション ヘッダー 2">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00050" y="1417672"/>
            <a:ext cx="5993892" cy="4906929"/>
          </a:xfrm>
        </p:spPr>
        <p:txBody>
          <a:bodyPr vert="horz" lIns="91440" tIns="45720" rIns="91440" bIns="45720" rtlCol="0" anchor="b">
            <a:normAutofit/>
          </a:bodyPr>
          <a:lstStyle>
            <a:lvl1pPr>
              <a:defRPr lang="en-US" sz="4500" dirty="0">
                <a:solidFill>
                  <a:schemeClr val="bg1"/>
                </a:solidFill>
                <a:latin typeface="Meiryo UI" panose="020B0604030504040204" pitchFamily="34" charset="-128"/>
                <a:ea typeface="Meiryo UI" panose="020B0604030504040204" pitchFamily="34" charset="-128"/>
              </a:defRPr>
            </a:lvl1pPr>
          </a:lstStyle>
          <a:p>
            <a:pPr lvl="0" rtl="0"/>
            <a:r>
              <a:rPr lang="ja"/>
              <a:t>セクション ヘッダー</a:t>
            </a:r>
          </a:p>
        </p:txBody>
      </p:sp>
      <p:sp>
        <p:nvSpPr>
          <p:cNvPr id="5" name="フッター プレースホルダー 4">
            <a:extLst>
              <a:ext uri="{FF2B5EF4-FFF2-40B4-BE49-F238E27FC236}">
                <a16:creationId xmlns:a16="http://schemas.microsoft.com/office/drawing/2014/main" id="{5B407A58-3351-E479-1A0C-2FF49FA42707}"/>
              </a:ext>
            </a:extLst>
          </p:cNvPr>
          <p:cNvSpPr>
            <a:spLocks noGrp="1"/>
          </p:cNvSpPr>
          <p:nvPr>
            <p:ph type="ftr" sz="quarter" idx="11"/>
          </p:nvPr>
        </p:nvSpPr>
        <p:spPr>
          <a:xfrm>
            <a:off x="400051" y="6324600"/>
            <a:ext cx="2163489" cy="381000"/>
          </a:xfrm>
        </p:spPr>
        <p:txBody>
          <a:bodyPr rtlCol="0">
            <a:normAutofit/>
          </a:bodyPr>
          <a:lstStyle>
            <a:lvl1pPr>
              <a:defRPr>
                <a:solidFill>
                  <a:schemeClr val="bg1"/>
                </a:solidFill>
                <a:latin typeface="Meiryo UI" panose="020B0604030504040204" pitchFamily="34" charset="-128"/>
                <a:ea typeface="Meiryo UI" panose="020B0604030504040204" pitchFamily="34" charset="-128"/>
              </a:defRPr>
            </a:lvl1pPr>
          </a:lstStyle>
          <a:p>
            <a:r>
              <a:rPr lang="ja"/>
              <a:t>サンプル フッター テキスト</a:t>
            </a:r>
            <a:endParaRPr lang="en-US"/>
          </a:p>
        </p:txBody>
      </p:sp>
      <p:sp>
        <p:nvSpPr>
          <p:cNvPr id="4" name="日付プレースホルダー 3">
            <a:extLst>
              <a:ext uri="{FF2B5EF4-FFF2-40B4-BE49-F238E27FC236}">
                <a16:creationId xmlns:a16="http://schemas.microsoft.com/office/drawing/2014/main" id="{EAE2DAFA-435E-AAF9-8B67-495E5AFDCD91}"/>
              </a:ext>
            </a:extLst>
          </p:cNvPr>
          <p:cNvSpPr>
            <a:spLocks noGrp="1"/>
          </p:cNvSpPr>
          <p:nvPr>
            <p:ph type="dt" sz="half" idx="10"/>
          </p:nvPr>
        </p:nvSpPr>
        <p:spPr>
          <a:xfrm>
            <a:off x="6670447" y="6324600"/>
            <a:ext cx="1651983" cy="381000"/>
          </a:xfrm>
        </p:spPr>
        <p:txBody>
          <a:bodyPr rtlCol="0"/>
          <a:lstStyle>
            <a:lvl1pPr>
              <a:defRPr>
                <a:solidFill>
                  <a:schemeClr val="bg1"/>
                </a:solidFill>
              </a:defRPr>
            </a:lvl1pPr>
          </a:lstStyle>
          <a:p>
            <a:pPr rtl="0"/>
            <a:r>
              <a:rPr lang="en-US"/>
              <a:t>2025/11/24</a:t>
            </a:r>
          </a:p>
        </p:txBody>
      </p:sp>
      <p:sp>
        <p:nvSpPr>
          <p:cNvPr id="6" name="スライド番号プレースホルダー 5">
            <a:extLst>
              <a:ext uri="{FF2B5EF4-FFF2-40B4-BE49-F238E27FC236}">
                <a16:creationId xmlns:a16="http://schemas.microsoft.com/office/drawing/2014/main" id="{81789E10-2433-2ECB-9C92-571B583A4CF1}"/>
              </a:ext>
            </a:extLst>
          </p:cNvPr>
          <p:cNvSpPr>
            <a:spLocks noGrp="1"/>
          </p:cNvSpPr>
          <p:nvPr>
            <p:ph type="sldNum" sz="quarter" idx="12"/>
          </p:nvPr>
        </p:nvSpPr>
        <p:spPr>
          <a:xfrm>
            <a:off x="8360323" y="6324600"/>
            <a:ext cx="383627" cy="381000"/>
          </a:xfrm>
        </p:spPr>
        <p:txBody>
          <a:bodyPr rtlCol="0"/>
          <a:lstStyle>
            <a:lvl1pPr>
              <a:defRPr>
                <a:solidFill>
                  <a:schemeClr val="bg1"/>
                </a:solidFill>
              </a:defRPr>
            </a:lvl1pPr>
          </a:lstStyle>
          <a:p>
            <a:pPr rtl="0"/>
            <a:fld id="{AEAA3239-9EA4-4A65-A281-97F994456D9F}" type="slidenum">
              <a:rPr lang="en-US" smtClean="0"/>
              <a:pPr rtl="0"/>
              <a:t>‹#›</a:t>
            </a:fld>
            <a:endParaRPr lang="en-US"/>
          </a:p>
        </p:txBody>
      </p:sp>
      <p:grpSp>
        <p:nvGrpSpPr>
          <p:cNvPr id="10" name="グループ 9">
            <a:extLst>
              <a:ext uri="{FF2B5EF4-FFF2-40B4-BE49-F238E27FC236}">
                <a16:creationId xmlns:a16="http://schemas.microsoft.com/office/drawing/2014/main" id="{2D7EB68C-2DDD-FE8A-6EB5-66C78A0A1477}"/>
              </a:ext>
            </a:extLst>
          </p:cNvPr>
          <p:cNvGrpSpPr/>
          <p:nvPr userDrawn="1"/>
        </p:nvGrpSpPr>
        <p:grpSpPr>
          <a:xfrm>
            <a:off x="5600701" y="145359"/>
            <a:ext cx="3825809" cy="3321366"/>
            <a:chOff x="7467600" y="145359"/>
            <a:chExt cx="5101079" cy="3321366"/>
          </a:xfrm>
          <a:noFill/>
        </p:grpSpPr>
        <p:sp>
          <p:nvSpPr>
            <p:cNvPr id="11" name="円/楕円 10">
              <a:extLst>
                <a:ext uri="{FF2B5EF4-FFF2-40B4-BE49-F238E27FC236}">
                  <a16:creationId xmlns:a16="http://schemas.microsoft.com/office/drawing/2014/main" id="{DE2858AD-93D6-09F5-251D-CA5BC6A732B1}"/>
                </a:ext>
              </a:extLst>
            </p:cNvPr>
            <p:cNvSpPr/>
            <p:nvPr/>
          </p:nvSpPr>
          <p:spPr>
            <a:xfrm flipH="1">
              <a:off x="7467600" y="145359"/>
              <a:ext cx="3258268" cy="3258268"/>
            </a:xfrm>
            <a:prstGeom prst="ellipse">
              <a:avLst/>
            </a:prstGeom>
            <a:grp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12" name="フリーフォーム(F) 11">
              <a:extLst>
                <a:ext uri="{FF2B5EF4-FFF2-40B4-BE49-F238E27FC236}">
                  <a16:creationId xmlns:a16="http://schemas.microsoft.com/office/drawing/2014/main" id="{88FB9CD1-5066-7947-860E-6DA70598A7F5}"/>
                </a:ext>
              </a:extLst>
            </p:cNvPr>
            <p:cNvSpPr/>
            <p:nvPr/>
          </p:nvSpPr>
          <p:spPr>
            <a:xfrm rot="1580702" flipH="1">
              <a:off x="10803319" y="224760"/>
              <a:ext cx="1765360" cy="3241965"/>
            </a:xfrm>
            <a:custGeom>
              <a:avLst/>
              <a:gdLst>
                <a:gd name="connsiteX0" fmla="*/ 1290822 w 1765360"/>
                <a:gd name="connsiteY0" fmla="*/ 0 h 3241965"/>
                <a:gd name="connsiteX1" fmla="*/ 0 w 1765360"/>
                <a:gd name="connsiteY1" fmla="*/ 2606621 h 3241965"/>
                <a:gd name="connsiteX2" fmla="*/ 63216 w 1765360"/>
                <a:gd name="connsiteY2" fmla="*/ 2728833 h 3241965"/>
                <a:gd name="connsiteX3" fmla="*/ 768267 w 1765360"/>
                <a:gd name="connsiteY3" fmla="*/ 3241965 h 3241965"/>
                <a:gd name="connsiteX4" fmla="*/ 1765360 w 1765360"/>
                <a:gd name="connsiteY4" fmla="*/ 1490022 h 3241965"/>
                <a:gd name="connsiteX5" fmla="*/ 1325750 w 1765360"/>
                <a:gd name="connsiteY5" fmla="*/ 37283 h 324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5360" h="3241965">
                  <a:moveTo>
                    <a:pt x="1290822" y="0"/>
                  </a:moveTo>
                  <a:lnTo>
                    <a:pt x="0" y="2606621"/>
                  </a:lnTo>
                  <a:lnTo>
                    <a:pt x="63216" y="2728833"/>
                  </a:lnTo>
                  <a:cubicBezTo>
                    <a:pt x="243654" y="3045872"/>
                    <a:pt x="492927" y="3241965"/>
                    <a:pt x="768267" y="3241965"/>
                  </a:cubicBezTo>
                  <a:cubicBezTo>
                    <a:pt x="1318946" y="3241965"/>
                    <a:pt x="1765360" y="2457593"/>
                    <a:pt x="1765360" y="1490022"/>
                  </a:cubicBezTo>
                  <a:cubicBezTo>
                    <a:pt x="1765359" y="885290"/>
                    <a:pt x="1590980" y="352121"/>
                    <a:pt x="1325750" y="37283"/>
                  </a:cubicBezTo>
                  <a:close/>
                </a:path>
              </a:pathLst>
            </a:custGeom>
            <a:grp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grpSp>
    </p:spTree>
    <p:extLst>
      <p:ext uri="{BB962C8B-B14F-4D97-AF65-F5344CB8AC3E}">
        <p14:creationId xmlns:p14="http://schemas.microsoft.com/office/powerpoint/2010/main" val="19629272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セクション ヘッダー 3">
    <p:bg>
      <p:bgPr>
        <a:solidFill>
          <a:schemeClr val="accent2">
            <a:lumMod val="60000"/>
            <a:lumOff val="40000"/>
          </a:schemeClr>
        </a:solidFill>
        <a:effectLst/>
      </p:bgPr>
    </p:bg>
    <p:spTree>
      <p:nvGrpSpPr>
        <p:cNvPr id="1" name=""/>
        <p:cNvGrpSpPr/>
        <p:nvPr/>
      </p:nvGrpSpPr>
      <p:grpSpPr>
        <a:xfrm>
          <a:off x="0" y="0"/>
          <a:ext cx="0" cy="0"/>
          <a:chOff x="0" y="0"/>
          <a:chExt cx="0" cy="0"/>
        </a:xfrm>
      </p:grpSpPr>
      <p:grpSp>
        <p:nvGrpSpPr>
          <p:cNvPr id="3" name="グループ 2">
            <a:extLst>
              <a:ext uri="{FF2B5EF4-FFF2-40B4-BE49-F238E27FC236}">
                <a16:creationId xmlns:a16="http://schemas.microsoft.com/office/drawing/2014/main" id="{B58D9E43-C893-13A3-BC1E-4F2FC3ABA863}"/>
              </a:ext>
            </a:extLst>
          </p:cNvPr>
          <p:cNvGrpSpPr/>
          <p:nvPr userDrawn="1"/>
        </p:nvGrpSpPr>
        <p:grpSpPr>
          <a:xfrm>
            <a:off x="114300" y="-88436"/>
            <a:ext cx="8915400" cy="7037751"/>
            <a:chOff x="152400" y="-88436"/>
            <a:chExt cx="11887200" cy="7037751"/>
          </a:xfrm>
          <a:solidFill>
            <a:schemeClr val="accent2">
              <a:lumMod val="40000"/>
              <a:lumOff val="60000"/>
            </a:schemeClr>
          </a:solidFill>
        </p:grpSpPr>
        <p:sp>
          <p:nvSpPr>
            <p:cNvPr id="7" name="フリーフォーム(F) 6">
              <a:extLst>
                <a:ext uri="{FF2B5EF4-FFF2-40B4-BE49-F238E27FC236}">
                  <a16:creationId xmlns:a16="http://schemas.microsoft.com/office/drawing/2014/main" id="{25581FE7-8801-4CE4-8D5C-D970782A5284}"/>
                </a:ext>
              </a:extLst>
            </p:cNvPr>
            <p:cNvSpPr/>
            <p:nvPr/>
          </p:nvSpPr>
          <p:spPr>
            <a:xfrm flipH="1">
              <a:off x="152400" y="1232438"/>
              <a:ext cx="840493" cy="4377271"/>
            </a:xfrm>
            <a:custGeom>
              <a:avLst/>
              <a:gdLst>
                <a:gd name="connsiteX0" fmla="*/ 840493 w 840493"/>
                <a:gd name="connsiteY0" fmla="*/ 0 h 4377271"/>
                <a:gd name="connsiteX1" fmla="*/ 661895 w 840493"/>
                <a:gd name="connsiteY1" fmla="*/ 215111 h 4377271"/>
                <a:gd name="connsiteX2" fmla="*/ 0 w 840493"/>
                <a:gd name="connsiteY2" fmla="*/ 2188635 h 4377271"/>
                <a:gd name="connsiteX3" fmla="*/ 661895 w 840493"/>
                <a:gd name="connsiteY3" fmla="*/ 4162161 h 4377271"/>
                <a:gd name="connsiteX4" fmla="*/ 840493 w 840493"/>
                <a:gd name="connsiteY4" fmla="*/ 4377271 h 4377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493" h="4377271">
                  <a:moveTo>
                    <a:pt x="840493" y="0"/>
                  </a:moveTo>
                  <a:lnTo>
                    <a:pt x="661895" y="215111"/>
                  </a:lnTo>
                  <a:cubicBezTo>
                    <a:pt x="246457" y="763738"/>
                    <a:pt x="0" y="1447405"/>
                    <a:pt x="0" y="2188635"/>
                  </a:cubicBezTo>
                  <a:cubicBezTo>
                    <a:pt x="0" y="2929865"/>
                    <a:pt x="246457" y="3613533"/>
                    <a:pt x="661895" y="4162161"/>
                  </a:cubicBezTo>
                  <a:lnTo>
                    <a:pt x="840493" y="4377271"/>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8" name="円/楕円 7">
              <a:extLst>
                <a:ext uri="{FF2B5EF4-FFF2-40B4-BE49-F238E27FC236}">
                  <a16:creationId xmlns:a16="http://schemas.microsoft.com/office/drawing/2014/main" id="{91F9810F-42BE-E811-B91C-7CAAE70C7FA9}"/>
                </a:ext>
              </a:extLst>
            </p:cNvPr>
            <p:cNvSpPr/>
            <p:nvPr/>
          </p:nvSpPr>
          <p:spPr>
            <a:xfrm>
              <a:off x="5495186" y="148865"/>
              <a:ext cx="6544414" cy="65444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9" name="円/楕円 8">
              <a:extLst>
                <a:ext uri="{FF2B5EF4-FFF2-40B4-BE49-F238E27FC236}">
                  <a16:creationId xmlns:a16="http://schemas.microsoft.com/office/drawing/2014/main" id="{C8D0CE59-5E91-1783-39F8-B47864052342}"/>
                </a:ext>
              </a:extLst>
            </p:cNvPr>
            <p:cNvSpPr/>
            <p:nvPr/>
          </p:nvSpPr>
          <p:spPr>
            <a:xfrm rot="20019298">
              <a:off x="1241322"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
        <p:nvSpPr>
          <p:cNvPr id="2" name="タイトル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00050" y="533400"/>
            <a:ext cx="5993892" cy="5791200"/>
          </a:xfrm>
        </p:spPr>
        <p:txBody>
          <a:bodyPr vert="horz" lIns="91440" tIns="45720" rIns="91440" bIns="45720" rtlCol="0" anchor="ctr">
            <a:normAutofit/>
          </a:bodyPr>
          <a:lstStyle>
            <a:lvl1pPr>
              <a:defRPr lang="en-US" sz="4500" dirty="0">
                <a:solidFill>
                  <a:schemeClr val="bg1"/>
                </a:solidFill>
                <a:latin typeface="Meiryo UI" panose="020B0604030504040204" pitchFamily="34" charset="-128"/>
                <a:ea typeface="Meiryo UI" panose="020B0604030504040204" pitchFamily="34" charset="-128"/>
              </a:defRPr>
            </a:lvl1pPr>
          </a:lstStyle>
          <a:p>
            <a:pPr lvl="0" rtl="0"/>
            <a:r>
              <a:rPr lang="ja"/>
              <a:t>セクション ヘッダー</a:t>
            </a:r>
          </a:p>
        </p:txBody>
      </p:sp>
      <p:sp>
        <p:nvSpPr>
          <p:cNvPr id="5" name="フッター プレースホルダー 4">
            <a:extLst>
              <a:ext uri="{FF2B5EF4-FFF2-40B4-BE49-F238E27FC236}">
                <a16:creationId xmlns:a16="http://schemas.microsoft.com/office/drawing/2014/main" id="{5B407A58-3351-E479-1A0C-2FF49FA42707}"/>
              </a:ext>
            </a:extLst>
          </p:cNvPr>
          <p:cNvSpPr>
            <a:spLocks noGrp="1"/>
          </p:cNvSpPr>
          <p:nvPr>
            <p:ph type="ftr" sz="quarter" idx="11"/>
          </p:nvPr>
        </p:nvSpPr>
        <p:spPr>
          <a:xfrm>
            <a:off x="400051" y="6324600"/>
            <a:ext cx="2163489" cy="381000"/>
          </a:xfrm>
        </p:spPr>
        <p:txBody>
          <a:bodyPr rtlCol="0">
            <a:normAutofit/>
          </a:bodyPr>
          <a:lstStyle>
            <a:lvl1pPr>
              <a:defRPr>
                <a:solidFill>
                  <a:schemeClr val="bg1"/>
                </a:solidFill>
                <a:latin typeface="Meiryo UI" panose="020B0604030504040204" pitchFamily="34" charset="-128"/>
                <a:ea typeface="Meiryo UI" panose="020B0604030504040204" pitchFamily="34" charset="-128"/>
              </a:defRPr>
            </a:lvl1pPr>
          </a:lstStyle>
          <a:p>
            <a:r>
              <a:rPr lang="ja"/>
              <a:t>サンプル フッター テキスト</a:t>
            </a:r>
            <a:endParaRPr lang="en-US"/>
          </a:p>
        </p:txBody>
      </p:sp>
      <p:sp>
        <p:nvSpPr>
          <p:cNvPr id="4" name="日付プレースホルダー 3">
            <a:extLst>
              <a:ext uri="{FF2B5EF4-FFF2-40B4-BE49-F238E27FC236}">
                <a16:creationId xmlns:a16="http://schemas.microsoft.com/office/drawing/2014/main" id="{EAE2DAFA-435E-AAF9-8B67-495E5AFDCD91}"/>
              </a:ext>
            </a:extLst>
          </p:cNvPr>
          <p:cNvSpPr>
            <a:spLocks noGrp="1"/>
          </p:cNvSpPr>
          <p:nvPr>
            <p:ph type="dt" sz="half" idx="10"/>
          </p:nvPr>
        </p:nvSpPr>
        <p:spPr>
          <a:xfrm>
            <a:off x="6670447" y="6324600"/>
            <a:ext cx="1651983" cy="381000"/>
          </a:xfrm>
        </p:spPr>
        <p:txBody>
          <a:bodyPr rtlCol="0"/>
          <a:lstStyle>
            <a:lvl1pPr>
              <a:defRPr>
                <a:solidFill>
                  <a:schemeClr val="bg1"/>
                </a:solidFill>
              </a:defRPr>
            </a:lvl1pPr>
          </a:lstStyle>
          <a:p>
            <a:pPr rtl="0"/>
            <a:r>
              <a:rPr lang="en-US"/>
              <a:t>2025/11/24</a:t>
            </a:r>
          </a:p>
        </p:txBody>
      </p:sp>
      <p:sp>
        <p:nvSpPr>
          <p:cNvPr id="6" name="スライド番号プレースホルダー 5">
            <a:extLst>
              <a:ext uri="{FF2B5EF4-FFF2-40B4-BE49-F238E27FC236}">
                <a16:creationId xmlns:a16="http://schemas.microsoft.com/office/drawing/2014/main" id="{81789E10-2433-2ECB-9C92-571B583A4CF1}"/>
              </a:ext>
            </a:extLst>
          </p:cNvPr>
          <p:cNvSpPr>
            <a:spLocks noGrp="1"/>
          </p:cNvSpPr>
          <p:nvPr>
            <p:ph type="sldNum" sz="quarter" idx="12"/>
          </p:nvPr>
        </p:nvSpPr>
        <p:spPr>
          <a:xfrm>
            <a:off x="8360323" y="6324600"/>
            <a:ext cx="383627" cy="381000"/>
          </a:xfrm>
        </p:spPr>
        <p:txBody>
          <a:bodyPr rtlCol="0"/>
          <a:lstStyle>
            <a:lvl1pPr>
              <a:defRPr>
                <a:solidFill>
                  <a:schemeClr val="bg1"/>
                </a:solidFill>
              </a:defRPr>
            </a:lvl1pPr>
          </a:lstStyle>
          <a:p>
            <a:pPr rtl="0"/>
            <a:fld id="{AEAA3239-9EA4-4A65-A281-97F994456D9F}" type="slidenum">
              <a:rPr lang="en-US" smtClean="0"/>
              <a:pPr rtl="0"/>
              <a:t>‹#›</a:t>
            </a:fld>
            <a:endParaRPr lang="en-US"/>
          </a:p>
        </p:txBody>
      </p:sp>
    </p:spTree>
    <p:extLst>
      <p:ext uri="{BB962C8B-B14F-4D97-AF65-F5344CB8AC3E}">
        <p14:creationId xmlns:p14="http://schemas.microsoft.com/office/powerpoint/2010/main" val="337611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議題 ">
    <p:bg>
      <p:bgPr>
        <a:solidFill>
          <a:schemeClr val="accent2">
            <a:lumMod val="40000"/>
            <a:lumOff val="60000"/>
          </a:schemeClr>
        </a:solidFill>
        <a:effectLst/>
      </p:bgPr>
    </p:bg>
    <p:spTree>
      <p:nvGrpSpPr>
        <p:cNvPr id="1" name=""/>
        <p:cNvGrpSpPr/>
        <p:nvPr/>
      </p:nvGrpSpPr>
      <p:grpSpPr>
        <a:xfrm>
          <a:off x="0" y="0"/>
          <a:ext cx="0" cy="0"/>
          <a:chOff x="0" y="0"/>
          <a:chExt cx="0" cy="0"/>
        </a:xfrm>
      </p:grpSpPr>
      <p:grpSp>
        <p:nvGrpSpPr>
          <p:cNvPr id="14" name="グループ 13">
            <a:extLst>
              <a:ext uri="{FF2B5EF4-FFF2-40B4-BE49-F238E27FC236}">
                <a16:creationId xmlns:a16="http://schemas.microsoft.com/office/drawing/2014/main" id="{9A9A97A7-E55F-0BAE-A131-F5B08A92CB91}"/>
              </a:ext>
            </a:extLst>
          </p:cNvPr>
          <p:cNvGrpSpPr/>
          <p:nvPr userDrawn="1"/>
        </p:nvGrpSpPr>
        <p:grpSpPr>
          <a:xfrm>
            <a:off x="114300" y="-88436"/>
            <a:ext cx="8915400" cy="7037751"/>
            <a:chOff x="152400" y="-88436"/>
            <a:chExt cx="11887200" cy="7037751"/>
          </a:xfrm>
        </p:grpSpPr>
        <p:sp>
          <p:nvSpPr>
            <p:cNvPr id="11" name="フリーフォーム(F) 10">
              <a:extLst>
                <a:ext uri="{FF2B5EF4-FFF2-40B4-BE49-F238E27FC236}">
                  <a16:creationId xmlns:a16="http://schemas.microsoft.com/office/drawing/2014/main" id="{6B783C9A-B253-FF6F-D553-A5F4F5FD8DAC}"/>
                </a:ext>
              </a:extLst>
            </p:cNvPr>
            <p:cNvSpPr/>
            <p:nvPr userDrawn="1"/>
          </p:nvSpPr>
          <p:spPr>
            <a:xfrm>
              <a:off x="7922507" y="148866"/>
              <a:ext cx="4117093" cy="6544413"/>
            </a:xfrm>
            <a:custGeom>
              <a:avLst/>
              <a:gdLst>
                <a:gd name="connsiteX0" fmla="*/ 3231795 w 4117093"/>
                <a:gd name="connsiteY0" fmla="*/ 0 h 6544413"/>
                <a:gd name="connsiteX1" fmla="*/ 3272207 w 4117093"/>
                <a:gd name="connsiteY1" fmla="*/ 0 h 6544413"/>
                <a:gd name="connsiteX2" fmla="*/ 4117093 w 4117093"/>
                <a:gd name="connsiteY2" fmla="*/ 0 h 6544413"/>
                <a:gd name="connsiteX3" fmla="*/ 4117093 w 4117093"/>
                <a:gd name="connsiteY3" fmla="*/ 6544413 h 6544413"/>
                <a:gd name="connsiteX4" fmla="*/ 3272207 w 4117093"/>
                <a:gd name="connsiteY4" fmla="*/ 6544413 h 6544413"/>
                <a:gd name="connsiteX5" fmla="*/ 3231795 w 4117093"/>
                <a:gd name="connsiteY5" fmla="*/ 6544413 h 6544413"/>
                <a:gd name="connsiteX6" fmla="*/ 3231795 w 4117093"/>
                <a:gd name="connsiteY6" fmla="*/ 6542374 h 6544413"/>
                <a:gd name="connsiteX7" fmla="*/ 2937642 w 4117093"/>
                <a:gd name="connsiteY7" fmla="*/ 6527520 h 6544413"/>
                <a:gd name="connsiteX8" fmla="*/ 0 w 4117093"/>
                <a:gd name="connsiteY8" fmla="*/ 3272207 h 6544413"/>
                <a:gd name="connsiteX9" fmla="*/ 2937642 w 4117093"/>
                <a:gd name="connsiteY9" fmla="*/ 16895 h 6544413"/>
                <a:gd name="connsiteX10" fmla="*/ 3231795 w 4117093"/>
                <a:gd name="connsiteY10" fmla="*/ 2042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17093" h="6544413">
                  <a:moveTo>
                    <a:pt x="3231795" y="0"/>
                  </a:moveTo>
                  <a:lnTo>
                    <a:pt x="3272207" y="0"/>
                  </a:lnTo>
                  <a:lnTo>
                    <a:pt x="4117093" y="0"/>
                  </a:lnTo>
                  <a:lnTo>
                    <a:pt x="4117093" y="6544413"/>
                  </a:lnTo>
                  <a:lnTo>
                    <a:pt x="3272207" y="6544413"/>
                  </a:lnTo>
                  <a:lnTo>
                    <a:pt x="3231795" y="6544413"/>
                  </a:lnTo>
                  <a:lnTo>
                    <a:pt x="3231795" y="6542374"/>
                  </a:lnTo>
                  <a:lnTo>
                    <a:pt x="2937642" y="6527520"/>
                  </a:lnTo>
                  <a:cubicBezTo>
                    <a:pt x="1287611" y="6359951"/>
                    <a:pt x="0" y="4966448"/>
                    <a:pt x="0" y="3272207"/>
                  </a:cubicBezTo>
                  <a:cubicBezTo>
                    <a:pt x="0" y="1577968"/>
                    <a:pt x="1287611" y="184465"/>
                    <a:pt x="2937642" y="16895"/>
                  </a:cubicBezTo>
                  <a:lnTo>
                    <a:pt x="3231795" y="2042"/>
                  </a:ln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12" name="フリーフォーム(F) 11">
              <a:extLst>
                <a:ext uri="{FF2B5EF4-FFF2-40B4-BE49-F238E27FC236}">
                  <a16:creationId xmlns:a16="http://schemas.microsoft.com/office/drawing/2014/main" id="{93A63ED0-841C-F782-6653-979D22DF6C95}"/>
                </a:ext>
              </a:extLst>
            </p:cNvPr>
            <p:cNvSpPr/>
            <p:nvPr userDrawn="1"/>
          </p:nvSpPr>
          <p:spPr>
            <a:xfrm flipH="1">
              <a:off x="152400" y="148976"/>
              <a:ext cx="3267814" cy="6544192"/>
            </a:xfrm>
            <a:custGeom>
              <a:avLst/>
              <a:gdLst>
                <a:gd name="connsiteX0" fmla="*/ 3267814 w 3267814"/>
                <a:gd name="connsiteY0" fmla="*/ 0 h 6544192"/>
                <a:gd name="connsiteX1" fmla="*/ 3103820 w 3267814"/>
                <a:gd name="connsiteY1" fmla="*/ 4147 h 6544192"/>
                <a:gd name="connsiteX2" fmla="*/ 0 w 3267814"/>
                <a:gd name="connsiteY2" fmla="*/ 3272096 h 6544192"/>
                <a:gd name="connsiteX3" fmla="*/ 3103820 w 3267814"/>
                <a:gd name="connsiteY3" fmla="*/ 6540046 h 6544192"/>
                <a:gd name="connsiteX4" fmla="*/ 3267814 w 3267814"/>
                <a:gd name="connsiteY4" fmla="*/ 6544192 h 65441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7814" h="6544192">
                  <a:moveTo>
                    <a:pt x="3267814" y="0"/>
                  </a:moveTo>
                  <a:lnTo>
                    <a:pt x="3103820" y="4147"/>
                  </a:lnTo>
                  <a:cubicBezTo>
                    <a:pt x="1374884" y="91787"/>
                    <a:pt x="0" y="1521381"/>
                    <a:pt x="0" y="3272096"/>
                  </a:cubicBezTo>
                  <a:cubicBezTo>
                    <a:pt x="0" y="5022812"/>
                    <a:pt x="1374884" y="6452406"/>
                    <a:pt x="3103820" y="6540046"/>
                  </a:cubicBezTo>
                  <a:lnTo>
                    <a:pt x="3267814" y="6544192"/>
                  </a:ln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13" name="円/楕円 12">
              <a:extLst>
                <a:ext uri="{FF2B5EF4-FFF2-40B4-BE49-F238E27FC236}">
                  <a16:creationId xmlns:a16="http://schemas.microsoft.com/office/drawing/2014/main" id="{743BBC8E-F678-5E09-880C-F49241B17E3F}"/>
                </a:ext>
              </a:extLst>
            </p:cNvPr>
            <p:cNvSpPr/>
            <p:nvPr userDrawn="1"/>
          </p:nvSpPr>
          <p:spPr>
            <a:xfrm rot="1580702" flipH="1">
              <a:off x="3668643" y="-88436"/>
              <a:ext cx="4005435" cy="7037751"/>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
        <p:nvSpPr>
          <p:cNvPr id="2" name="タイトル 1">
            <a:extLst>
              <a:ext uri="{FF2B5EF4-FFF2-40B4-BE49-F238E27FC236}">
                <a16:creationId xmlns:a16="http://schemas.microsoft.com/office/drawing/2014/main" id="{4E4019F8-742E-9EEF-F591-C9666AC32AF1}"/>
              </a:ext>
            </a:extLst>
          </p:cNvPr>
          <p:cNvSpPr>
            <a:spLocks noGrp="1"/>
          </p:cNvSpPr>
          <p:nvPr>
            <p:ph type="title" hasCustomPrompt="1"/>
          </p:nvPr>
        </p:nvSpPr>
        <p:spPr>
          <a:xfrm>
            <a:off x="400051" y="533400"/>
            <a:ext cx="6416453" cy="1894055"/>
          </a:xfrm>
        </p:spPr>
        <p:txBody>
          <a:bodyPr rtlCol="0" anchor="b">
            <a:normAutofit/>
          </a:bodyPr>
          <a:lstStyle>
            <a:lvl1pPr>
              <a:defRPr sz="33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7" name="コンテンツ プレースホルダー 6">
            <a:extLst>
              <a:ext uri="{FF2B5EF4-FFF2-40B4-BE49-F238E27FC236}">
                <a16:creationId xmlns:a16="http://schemas.microsoft.com/office/drawing/2014/main" id="{28C8B19A-6FC1-2B71-0BFB-9274CBF396B9}"/>
              </a:ext>
            </a:extLst>
          </p:cNvPr>
          <p:cNvSpPr>
            <a:spLocks noGrp="1"/>
          </p:cNvSpPr>
          <p:nvPr>
            <p:ph sz="quarter" idx="13" hasCustomPrompt="1"/>
          </p:nvPr>
        </p:nvSpPr>
        <p:spPr>
          <a:xfrm>
            <a:off x="393701" y="2667001"/>
            <a:ext cx="6416453" cy="3648176"/>
          </a:xfrm>
        </p:spPr>
        <p:txBody>
          <a:bodyPr rtlCol="0" anchor="b">
            <a:normAutofit/>
          </a:bodyPr>
          <a:lstStyle>
            <a:lvl1pPr marL="342900" indent="-342900">
              <a:spcBef>
                <a:spcPts val="0"/>
              </a:spcBef>
              <a:buFont typeface="+mj-lt"/>
              <a:buAutoNum type="arabicPeriod"/>
              <a:defRPr sz="1350">
                <a:latin typeface="Meiryo UI" panose="020B0604030504040204" pitchFamily="34" charset="-128"/>
                <a:ea typeface="Meiryo UI" panose="020B0604030504040204" pitchFamily="34" charset="-128"/>
              </a:defRPr>
            </a:lvl1pPr>
            <a:lvl2pPr marL="514350" indent="-342900">
              <a:spcBef>
                <a:spcPts val="0"/>
              </a:spcBef>
              <a:buFont typeface="+mj-lt"/>
              <a:buAutoNum type="arabicPeriod"/>
              <a:defRPr sz="1350">
                <a:latin typeface="Meiryo UI" panose="020B0604030504040204" pitchFamily="34" charset="-128"/>
                <a:ea typeface="Meiryo UI" panose="020B0604030504040204" pitchFamily="34" charset="-128"/>
              </a:defRPr>
            </a:lvl2pPr>
            <a:lvl3pPr marL="600075" indent="-257175">
              <a:spcBef>
                <a:spcPts val="0"/>
              </a:spcBef>
              <a:buFont typeface="+mj-lt"/>
              <a:buAutoNum type="arabicPeriod"/>
              <a:defRPr sz="1350">
                <a:latin typeface="Meiryo UI" panose="020B0604030504040204" pitchFamily="34" charset="-128"/>
                <a:ea typeface="Meiryo UI" panose="020B0604030504040204" pitchFamily="34" charset="-128"/>
              </a:defRPr>
            </a:lvl3pPr>
            <a:lvl4pPr marL="771525" indent="-257175">
              <a:spcBef>
                <a:spcPts val="0"/>
              </a:spcBef>
              <a:buFont typeface="+mj-lt"/>
              <a:buAutoNum type="arabicPeriod"/>
              <a:defRPr sz="1350">
                <a:latin typeface="Meiryo UI" panose="020B0604030504040204" pitchFamily="34" charset="-128"/>
                <a:ea typeface="Meiryo UI" panose="020B0604030504040204" pitchFamily="34" charset="-128"/>
              </a:defRPr>
            </a:lvl4pPr>
            <a:lvl5pPr marL="942975" indent="-257175">
              <a:spcBef>
                <a:spcPts val="0"/>
              </a:spcBef>
              <a:buFont typeface="+mj-lt"/>
              <a:buAutoNum type="arabicPeriod"/>
              <a:defRPr sz="135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endParaRPr lang="en-US"/>
          </a:p>
        </p:txBody>
      </p:sp>
      <p:sp>
        <p:nvSpPr>
          <p:cNvPr id="4" name="フッター プレースホルダー 3">
            <a:extLst>
              <a:ext uri="{FF2B5EF4-FFF2-40B4-BE49-F238E27FC236}">
                <a16:creationId xmlns:a16="http://schemas.microsoft.com/office/drawing/2014/main" id="{0B12CFE6-D05E-5478-B3A4-81DC4DCD7410}"/>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6CC77F2D-39D2-22F7-CF0B-39D63EBF00B7}"/>
              </a:ext>
            </a:extLst>
          </p:cNvPr>
          <p:cNvSpPr>
            <a:spLocks noGrp="1"/>
          </p:cNvSpPr>
          <p:nvPr>
            <p:ph type="dt" sz="half" idx="10"/>
          </p:nvPr>
        </p:nvSpPr>
        <p:spPr/>
        <p:txBody>
          <a:bodyPr rtlCol="0"/>
          <a:lstStyle/>
          <a:p>
            <a:pPr rtl="0"/>
            <a:r>
              <a:rPr lang="en-US"/>
              <a:t>2025/11/24</a:t>
            </a:r>
          </a:p>
        </p:txBody>
      </p:sp>
      <p:sp>
        <p:nvSpPr>
          <p:cNvPr id="5" name="スライド番号プレースホルダー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1835079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議題 2">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4019F8-742E-9EEF-F591-C9666AC32AF1}"/>
              </a:ext>
            </a:extLst>
          </p:cNvPr>
          <p:cNvSpPr>
            <a:spLocks noGrp="1"/>
          </p:cNvSpPr>
          <p:nvPr>
            <p:ph type="title" hasCustomPrompt="1"/>
          </p:nvPr>
        </p:nvSpPr>
        <p:spPr>
          <a:xfrm>
            <a:off x="400051" y="533400"/>
            <a:ext cx="6416453" cy="1894055"/>
          </a:xfrm>
        </p:spPr>
        <p:txBody>
          <a:bodyPr rtlCol="0" anchor="b">
            <a:normAutofit/>
          </a:bodyPr>
          <a:lstStyle>
            <a:lvl1pPr>
              <a:defRPr sz="33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4" name="フッター プレースホルダー 3">
            <a:extLst>
              <a:ext uri="{FF2B5EF4-FFF2-40B4-BE49-F238E27FC236}">
                <a16:creationId xmlns:a16="http://schemas.microsoft.com/office/drawing/2014/main" id="{0B12CFE6-D05E-5478-B3A4-81DC4DCD7410}"/>
              </a:ext>
            </a:extLst>
          </p:cNvPr>
          <p:cNvSpPr>
            <a:spLocks noGrp="1"/>
          </p:cNvSpPr>
          <p:nvPr>
            <p:ph type="ftr" sz="quarter" idx="11"/>
          </p:nvPr>
        </p:nvSpPr>
        <p:spPr>
          <a:xfrm>
            <a:off x="400051" y="168275"/>
            <a:ext cx="2163489"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6CC77F2D-39D2-22F7-CF0B-39D63EBF00B7}"/>
              </a:ext>
            </a:extLst>
          </p:cNvPr>
          <p:cNvSpPr>
            <a:spLocks noGrp="1"/>
          </p:cNvSpPr>
          <p:nvPr>
            <p:ph type="dt" sz="half" idx="10"/>
          </p:nvPr>
        </p:nvSpPr>
        <p:spPr>
          <a:xfrm>
            <a:off x="6670447" y="168275"/>
            <a:ext cx="1651983" cy="365125"/>
          </a:xfrm>
        </p:spPr>
        <p:txBody>
          <a:bodyPr rtlCol="0"/>
          <a:lstStyle/>
          <a:p>
            <a:pPr rtl="0"/>
            <a:r>
              <a:rPr lang="en-US"/>
              <a:t>2025/11/24</a:t>
            </a:r>
          </a:p>
        </p:txBody>
      </p:sp>
      <p:sp>
        <p:nvSpPr>
          <p:cNvPr id="5" name="スライド番号プレースホルダー 4">
            <a:extLst>
              <a:ext uri="{FF2B5EF4-FFF2-40B4-BE49-F238E27FC236}">
                <a16:creationId xmlns:a16="http://schemas.microsoft.com/office/drawing/2014/main" id="{626B86D3-24E1-029E-BA22-9F17F9517D65}"/>
              </a:ext>
            </a:extLst>
          </p:cNvPr>
          <p:cNvSpPr>
            <a:spLocks noGrp="1"/>
          </p:cNvSpPr>
          <p:nvPr>
            <p:ph type="sldNum" sz="quarter" idx="12"/>
          </p:nvPr>
        </p:nvSpPr>
        <p:spPr>
          <a:xfrm>
            <a:off x="8360322" y="168275"/>
            <a:ext cx="383628" cy="365125"/>
          </a:xfrm>
        </p:spPr>
        <p:txBody>
          <a:bodyPr rtlCol="0"/>
          <a:lstStyle/>
          <a:p>
            <a:pPr rtl="0"/>
            <a:fld id="{AEAA3239-9EA4-4A65-A281-97F994456D9F}" type="slidenum">
              <a:rPr lang="en-US" smtClean="0"/>
              <a:t>‹#›</a:t>
            </a:fld>
            <a:endParaRPr lang="en-US"/>
          </a:p>
        </p:txBody>
      </p:sp>
      <p:sp>
        <p:nvSpPr>
          <p:cNvPr id="7" name="コンテンツ プレースホルダー 6">
            <a:extLst>
              <a:ext uri="{FF2B5EF4-FFF2-40B4-BE49-F238E27FC236}">
                <a16:creationId xmlns:a16="http://schemas.microsoft.com/office/drawing/2014/main" id="{28C8B19A-6FC1-2B71-0BFB-9274CBF396B9}"/>
              </a:ext>
            </a:extLst>
          </p:cNvPr>
          <p:cNvSpPr>
            <a:spLocks noGrp="1"/>
          </p:cNvSpPr>
          <p:nvPr>
            <p:ph sz="quarter" idx="13" hasCustomPrompt="1"/>
          </p:nvPr>
        </p:nvSpPr>
        <p:spPr>
          <a:xfrm>
            <a:off x="393701" y="2667001"/>
            <a:ext cx="6416453" cy="3648176"/>
          </a:xfrm>
        </p:spPr>
        <p:txBody>
          <a:bodyPr rtlCol="0" anchor="b">
            <a:normAutofit/>
          </a:bodyPr>
          <a:lstStyle>
            <a:lvl1pPr marL="342900" indent="-342900">
              <a:spcBef>
                <a:spcPts val="0"/>
              </a:spcBef>
              <a:buFont typeface="+mj-lt"/>
              <a:buAutoNum type="arabicPeriod"/>
              <a:defRPr sz="1350">
                <a:latin typeface="Meiryo UI" panose="020B0604030504040204" pitchFamily="34" charset="-128"/>
                <a:ea typeface="Meiryo UI" panose="020B0604030504040204" pitchFamily="34" charset="-128"/>
              </a:defRPr>
            </a:lvl1pPr>
            <a:lvl2pPr marL="514350" indent="-342900">
              <a:spcBef>
                <a:spcPts val="0"/>
              </a:spcBef>
              <a:buFont typeface="+mj-lt"/>
              <a:buAutoNum type="arabicPeriod"/>
              <a:defRPr sz="1350">
                <a:latin typeface="Meiryo UI" panose="020B0604030504040204" pitchFamily="34" charset="-128"/>
                <a:ea typeface="Meiryo UI" panose="020B0604030504040204" pitchFamily="34" charset="-128"/>
              </a:defRPr>
            </a:lvl2pPr>
            <a:lvl3pPr marL="600075" indent="-257175">
              <a:spcBef>
                <a:spcPts val="0"/>
              </a:spcBef>
              <a:buFont typeface="+mj-lt"/>
              <a:buAutoNum type="arabicPeriod"/>
              <a:defRPr sz="1350">
                <a:latin typeface="Meiryo UI" panose="020B0604030504040204" pitchFamily="34" charset="-128"/>
                <a:ea typeface="Meiryo UI" panose="020B0604030504040204" pitchFamily="34" charset="-128"/>
              </a:defRPr>
            </a:lvl3pPr>
            <a:lvl4pPr marL="771525" indent="-257175">
              <a:spcBef>
                <a:spcPts val="0"/>
              </a:spcBef>
              <a:buFont typeface="+mj-lt"/>
              <a:buAutoNum type="arabicPeriod"/>
              <a:defRPr sz="1350">
                <a:latin typeface="Meiryo UI" panose="020B0604030504040204" pitchFamily="34" charset="-128"/>
                <a:ea typeface="Meiryo UI" panose="020B0604030504040204" pitchFamily="34" charset="-128"/>
              </a:defRPr>
            </a:lvl4pPr>
            <a:lvl5pPr marL="942975" indent="-257175">
              <a:spcBef>
                <a:spcPts val="0"/>
              </a:spcBef>
              <a:buFont typeface="+mj-lt"/>
              <a:buAutoNum type="arabicPeriod"/>
              <a:defRPr sz="135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endParaRPr lang="en-US"/>
          </a:p>
        </p:txBody>
      </p:sp>
      <p:grpSp>
        <p:nvGrpSpPr>
          <p:cNvPr id="6" name="グループ 5">
            <a:extLst>
              <a:ext uri="{FF2B5EF4-FFF2-40B4-BE49-F238E27FC236}">
                <a16:creationId xmlns:a16="http://schemas.microsoft.com/office/drawing/2014/main" id="{F69FBBFF-942B-79B0-35F0-FC81FA669E6F}"/>
              </a:ext>
            </a:extLst>
          </p:cNvPr>
          <p:cNvGrpSpPr/>
          <p:nvPr userDrawn="1"/>
        </p:nvGrpSpPr>
        <p:grpSpPr>
          <a:xfrm flipH="1">
            <a:off x="8187435" y="6324600"/>
            <a:ext cx="842265" cy="452960"/>
            <a:chOff x="2207201" y="-990600"/>
            <a:chExt cx="1500864" cy="605360"/>
          </a:xfrm>
          <a:solidFill>
            <a:schemeClr val="accent2"/>
          </a:solidFill>
        </p:grpSpPr>
        <p:sp>
          <p:nvSpPr>
            <p:cNvPr id="8" name="フリーフォーム(F) 7">
              <a:extLst>
                <a:ext uri="{FF2B5EF4-FFF2-40B4-BE49-F238E27FC236}">
                  <a16:creationId xmlns:a16="http://schemas.microsoft.com/office/drawing/2014/main" id="{D6F0A3B8-40E2-6B84-C294-7F594A3E4C36}"/>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9" name="円/楕円 8">
              <a:extLst>
                <a:ext uri="{FF2B5EF4-FFF2-40B4-BE49-F238E27FC236}">
                  <a16:creationId xmlns:a16="http://schemas.microsoft.com/office/drawing/2014/main" id="{6ADC354A-3DD4-41C3-231A-1D86286A2168}"/>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10" name="円/楕円 9">
              <a:extLst>
                <a:ext uri="{FF2B5EF4-FFF2-40B4-BE49-F238E27FC236}">
                  <a16:creationId xmlns:a16="http://schemas.microsoft.com/office/drawing/2014/main" id="{E682B4E6-6D45-6439-DA92-7BFFF3E02836}"/>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Tree>
    <p:extLst>
      <p:ext uri="{BB962C8B-B14F-4D97-AF65-F5344CB8AC3E}">
        <p14:creationId xmlns:p14="http://schemas.microsoft.com/office/powerpoint/2010/main" val="23590097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画像付き議題">
    <p:bg>
      <p:bgPr>
        <a:solidFill>
          <a:schemeClr val="accent4"/>
        </a:solidFill>
        <a:effectLst/>
      </p:bgPr>
    </p:bg>
    <p:spTree>
      <p:nvGrpSpPr>
        <p:cNvPr id="1" name=""/>
        <p:cNvGrpSpPr/>
        <p:nvPr/>
      </p:nvGrpSpPr>
      <p:grpSpPr>
        <a:xfrm>
          <a:off x="0" y="0"/>
          <a:ext cx="0" cy="0"/>
          <a:chOff x="0" y="0"/>
          <a:chExt cx="0" cy="0"/>
        </a:xfrm>
      </p:grpSpPr>
      <p:sp>
        <p:nvSpPr>
          <p:cNvPr id="12" name="フリーフォーム(F) 11">
            <a:extLst>
              <a:ext uri="{FF2B5EF4-FFF2-40B4-BE49-F238E27FC236}">
                <a16:creationId xmlns:a16="http://schemas.microsoft.com/office/drawing/2014/main" id="{517B4121-BA4A-EFA6-8E03-EB8EC9D6853D}"/>
              </a:ext>
            </a:extLst>
          </p:cNvPr>
          <p:cNvSpPr/>
          <p:nvPr userDrawn="1"/>
        </p:nvSpPr>
        <p:spPr>
          <a:xfrm>
            <a:off x="3770181" y="148867"/>
            <a:ext cx="5259520" cy="6544413"/>
          </a:xfrm>
          <a:custGeom>
            <a:avLst/>
            <a:gdLst>
              <a:gd name="connsiteX0" fmla="*/ 3231795 w 7012693"/>
              <a:gd name="connsiteY0" fmla="*/ 0 h 6544413"/>
              <a:gd name="connsiteX1" fmla="*/ 3272207 w 7012693"/>
              <a:gd name="connsiteY1" fmla="*/ 0 h 6544413"/>
              <a:gd name="connsiteX2" fmla="*/ 7012693 w 7012693"/>
              <a:gd name="connsiteY2" fmla="*/ 0 h 6544413"/>
              <a:gd name="connsiteX3" fmla="*/ 7012693 w 7012693"/>
              <a:gd name="connsiteY3" fmla="*/ 6544413 h 6544413"/>
              <a:gd name="connsiteX4" fmla="*/ 3272207 w 7012693"/>
              <a:gd name="connsiteY4" fmla="*/ 6544413 h 6544413"/>
              <a:gd name="connsiteX5" fmla="*/ 3231795 w 7012693"/>
              <a:gd name="connsiteY5" fmla="*/ 6544413 h 6544413"/>
              <a:gd name="connsiteX6" fmla="*/ 3231795 w 7012693"/>
              <a:gd name="connsiteY6" fmla="*/ 6542374 h 6544413"/>
              <a:gd name="connsiteX7" fmla="*/ 2937642 w 7012693"/>
              <a:gd name="connsiteY7" fmla="*/ 6527520 h 6544413"/>
              <a:gd name="connsiteX8" fmla="*/ 0 w 7012693"/>
              <a:gd name="connsiteY8" fmla="*/ 3272207 h 6544413"/>
              <a:gd name="connsiteX9" fmla="*/ 2937642 w 7012693"/>
              <a:gd name="connsiteY9" fmla="*/ 16895 h 6544413"/>
              <a:gd name="connsiteX10" fmla="*/ 3231795 w 7012693"/>
              <a:gd name="connsiteY10" fmla="*/ 2042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12693" h="6544413">
                <a:moveTo>
                  <a:pt x="3231795" y="0"/>
                </a:moveTo>
                <a:lnTo>
                  <a:pt x="3272207" y="0"/>
                </a:lnTo>
                <a:lnTo>
                  <a:pt x="7012693" y="0"/>
                </a:lnTo>
                <a:lnTo>
                  <a:pt x="7012693" y="6544413"/>
                </a:lnTo>
                <a:lnTo>
                  <a:pt x="3272207" y="6544413"/>
                </a:lnTo>
                <a:lnTo>
                  <a:pt x="3231795" y="6544413"/>
                </a:lnTo>
                <a:lnTo>
                  <a:pt x="3231795" y="6542374"/>
                </a:lnTo>
                <a:lnTo>
                  <a:pt x="2937642" y="6527520"/>
                </a:lnTo>
                <a:cubicBezTo>
                  <a:pt x="1287612" y="6359951"/>
                  <a:pt x="0" y="4966448"/>
                  <a:pt x="0" y="3272207"/>
                </a:cubicBezTo>
                <a:cubicBezTo>
                  <a:pt x="0" y="1577968"/>
                  <a:pt x="1287612" y="184465"/>
                  <a:pt x="2937642" y="16895"/>
                </a:cubicBezTo>
                <a:lnTo>
                  <a:pt x="3231795" y="2042"/>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13" name="フリーフォーム(F) 12">
            <a:extLst>
              <a:ext uri="{FF2B5EF4-FFF2-40B4-BE49-F238E27FC236}">
                <a16:creationId xmlns:a16="http://schemas.microsoft.com/office/drawing/2014/main" id="{C1D7524E-581B-3BE6-88A7-1F6403D75A6D}"/>
              </a:ext>
            </a:extLst>
          </p:cNvPr>
          <p:cNvSpPr/>
          <p:nvPr userDrawn="1"/>
        </p:nvSpPr>
        <p:spPr>
          <a:xfrm flipH="1">
            <a:off x="114300" y="1908515"/>
            <a:ext cx="279161" cy="3025114"/>
          </a:xfrm>
          <a:custGeom>
            <a:avLst/>
            <a:gdLst>
              <a:gd name="connsiteX0" fmla="*/ 372214 w 372214"/>
              <a:gd name="connsiteY0" fmla="*/ 0 h 3025114"/>
              <a:gd name="connsiteX1" fmla="*/ 257146 w 372214"/>
              <a:gd name="connsiteY1" fmla="*/ 238867 h 3025114"/>
              <a:gd name="connsiteX2" fmla="*/ 0 w 372214"/>
              <a:gd name="connsiteY2" fmla="*/ 1512557 h 3025114"/>
              <a:gd name="connsiteX3" fmla="*/ 257146 w 372214"/>
              <a:gd name="connsiteY3" fmla="*/ 2786248 h 3025114"/>
              <a:gd name="connsiteX4" fmla="*/ 372214 w 372214"/>
              <a:gd name="connsiteY4" fmla="*/ 3025114 h 3025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214" h="3025114">
                <a:moveTo>
                  <a:pt x="372214" y="0"/>
                </a:moveTo>
                <a:lnTo>
                  <a:pt x="257146" y="238867"/>
                </a:lnTo>
                <a:cubicBezTo>
                  <a:pt x="91564" y="630348"/>
                  <a:pt x="0" y="1060760"/>
                  <a:pt x="0" y="1512557"/>
                </a:cubicBezTo>
                <a:cubicBezTo>
                  <a:pt x="0" y="1964355"/>
                  <a:pt x="91564" y="2394767"/>
                  <a:pt x="257146" y="2786248"/>
                </a:cubicBezTo>
                <a:lnTo>
                  <a:pt x="372214" y="302511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2" name="タイトル 1">
            <a:extLst>
              <a:ext uri="{FF2B5EF4-FFF2-40B4-BE49-F238E27FC236}">
                <a16:creationId xmlns:a16="http://schemas.microsoft.com/office/drawing/2014/main" id="{4E4019F8-742E-9EEF-F591-C9666AC32AF1}"/>
              </a:ext>
            </a:extLst>
          </p:cNvPr>
          <p:cNvSpPr>
            <a:spLocks noGrp="1"/>
          </p:cNvSpPr>
          <p:nvPr>
            <p:ph type="title" hasCustomPrompt="1"/>
          </p:nvPr>
        </p:nvSpPr>
        <p:spPr>
          <a:xfrm>
            <a:off x="4800601" y="533401"/>
            <a:ext cx="3943349" cy="1905000"/>
          </a:xfrm>
        </p:spPr>
        <p:txBody>
          <a:bodyPr rtlCol="0" anchor="b">
            <a:normAutofit/>
          </a:bodyPr>
          <a:lstStyle>
            <a:lvl1pPr>
              <a:defRPr sz="33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4" name="フッター プレースホルダー 3">
            <a:extLst>
              <a:ext uri="{FF2B5EF4-FFF2-40B4-BE49-F238E27FC236}">
                <a16:creationId xmlns:a16="http://schemas.microsoft.com/office/drawing/2014/main" id="{0B12CFE6-D05E-5478-B3A4-81DC4DCD7410}"/>
              </a:ext>
            </a:extLst>
          </p:cNvPr>
          <p:cNvSpPr>
            <a:spLocks noGrp="1"/>
          </p:cNvSpPr>
          <p:nvPr>
            <p:ph type="ftr" sz="quarter" idx="11"/>
          </p:nvPr>
        </p:nvSpPr>
        <p:spPr>
          <a:xfrm>
            <a:off x="4800600" y="6343956"/>
            <a:ext cx="2571749"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6CC77F2D-39D2-22F7-CF0B-39D63EBF00B7}"/>
              </a:ext>
            </a:extLst>
          </p:cNvPr>
          <p:cNvSpPr>
            <a:spLocks noGrp="1"/>
          </p:cNvSpPr>
          <p:nvPr>
            <p:ph type="dt" sz="half" idx="10"/>
          </p:nvPr>
        </p:nvSpPr>
        <p:spPr>
          <a:xfrm>
            <a:off x="7372350" y="6343956"/>
            <a:ext cx="950080" cy="365125"/>
          </a:xfrm>
        </p:spPr>
        <p:txBody>
          <a:bodyPr rtlCol="0"/>
          <a:lstStyle/>
          <a:p>
            <a:pPr rtl="0"/>
            <a:r>
              <a:rPr lang="en-US"/>
              <a:t>2025/11/24</a:t>
            </a:r>
          </a:p>
        </p:txBody>
      </p:sp>
      <p:sp>
        <p:nvSpPr>
          <p:cNvPr id="5" name="スライド番号プレースホルダー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
        <p:nvSpPr>
          <p:cNvPr id="10" name="図プレースホルダー 15">
            <a:extLst>
              <a:ext uri="{FF2B5EF4-FFF2-40B4-BE49-F238E27FC236}">
                <a16:creationId xmlns:a16="http://schemas.microsoft.com/office/drawing/2014/main" id="{D8208813-A8DA-EF20-9D88-922C5718FB25}"/>
              </a:ext>
            </a:extLst>
          </p:cNvPr>
          <p:cNvSpPr>
            <a:spLocks noGrp="1"/>
          </p:cNvSpPr>
          <p:nvPr>
            <p:ph type="pic" sz="quarter" idx="14"/>
          </p:nvPr>
        </p:nvSpPr>
        <p:spPr>
          <a:xfrm>
            <a:off x="297557" y="153353"/>
            <a:ext cx="3568528" cy="6554174"/>
          </a:xfrm>
          <a:custGeom>
            <a:avLst/>
            <a:gdLst>
              <a:gd name="connsiteX0" fmla="*/ 3336712 w 4758037"/>
              <a:gd name="connsiteY0" fmla="*/ 1170 h 6554174"/>
              <a:gd name="connsiteX1" fmla="*/ 3940611 w 4758037"/>
              <a:gd name="connsiteY1" fmla="*/ 123689 h 6554174"/>
              <a:gd name="connsiteX2" fmla="*/ 4173731 w 4758037"/>
              <a:gd name="connsiteY2" fmla="*/ 4165845 h 6554174"/>
              <a:gd name="connsiteX3" fmla="*/ 817427 w 4758037"/>
              <a:gd name="connsiteY3" fmla="*/ 6430485 h 6554174"/>
              <a:gd name="connsiteX4" fmla="*/ 584307 w 4758037"/>
              <a:gd name="connsiteY4" fmla="*/ 2388329 h 6554174"/>
              <a:gd name="connsiteX5" fmla="*/ 3336712 w 4758037"/>
              <a:gd name="connsiteY5" fmla="*/ 1170 h 6554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037" h="6554174">
                <a:moveTo>
                  <a:pt x="3336712" y="1170"/>
                </a:moveTo>
                <a:cubicBezTo>
                  <a:pt x="3550932" y="-7477"/>
                  <a:pt x="3754762" y="31655"/>
                  <a:pt x="3940611" y="123689"/>
                </a:cubicBezTo>
                <a:cubicBezTo>
                  <a:pt x="4931803" y="614536"/>
                  <a:pt x="5036174" y="2424270"/>
                  <a:pt x="4173731" y="4165845"/>
                </a:cubicBezTo>
                <a:cubicBezTo>
                  <a:pt x="3311287" y="5907419"/>
                  <a:pt x="1808620" y="6921333"/>
                  <a:pt x="817427" y="6430485"/>
                </a:cubicBezTo>
                <a:cubicBezTo>
                  <a:pt x="-173765" y="5939638"/>
                  <a:pt x="-278136" y="4129904"/>
                  <a:pt x="584307" y="2388329"/>
                </a:cubicBezTo>
                <a:cubicBezTo>
                  <a:pt x="1285043" y="973300"/>
                  <a:pt x="2408426" y="38641"/>
                  <a:pt x="3336712" y="1170"/>
                </a:cubicBezTo>
                <a:close/>
              </a:path>
            </a:pathLst>
          </a:custGeom>
          <a:blipFill dpi="0" rotWithShape="1">
            <a:blip r:embed="rId2">
              <a:alphaModFix amt="60000"/>
            </a:blip>
            <a:srcRect/>
            <a:stretch>
              <a:fillRect/>
            </a:stretch>
          </a:blipFill>
        </p:spPr>
        <p:txBody>
          <a:bodyPr wrap="square" rtlCol="0">
            <a:noAutofit/>
          </a:bodyPr>
          <a:lstStyle/>
          <a:p>
            <a:pPr rtl="0"/>
            <a:endParaRPr lang="en-US"/>
          </a:p>
        </p:txBody>
      </p:sp>
      <p:sp>
        <p:nvSpPr>
          <p:cNvPr id="11" name="コンテンツ プレースホルダー 6">
            <a:extLst>
              <a:ext uri="{FF2B5EF4-FFF2-40B4-BE49-F238E27FC236}">
                <a16:creationId xmlns:a16="http://schemas.microsoft.com/office/drawing/2014/main" id="{63D284DF-0198-A2F3-34F4-E06BE4881128}"/>
              </a:ext>
            </a:extLst>
          </p:cNvPr>
          <p:cNvSpPr>
            <a:spLocks noGrp="1"/>
          </p:cNvSpPr>
          <p:nvPr>
            <p:ph sz="quarter" idx="15" hasCustomPrompt="1"/>
          </p:nvPr>
        </p:nvSpPr>
        <p:spPr>
          <a:xfrm>
            <a:off x="4800601" y="2726268"/>
            <a:ext cx="3943349" cy="3436789"/>
          </a:xfrm>
        </p:spPr>
        <p:txBody>
          <a:bodyPr rtlCol="0">
            <a:normAutofit/>
          </a:bodyPr>
          <a:lstStyle>
            <a:lvl1pPr marL="342900" indent="-342900">
              <a:buFont typeface="+mj-lt"/>
              <a:buAutoNum type="arabicPeriod"/>
              <a:defRPr sz="1500">
                <a:latin typeface="Meiryo UI" panose="020B0604030504040204" pitchFamily="34" charset="-128"/>
                <a:ea typeface="Meiryo UI" panose="020B0604030504040204" pitchFamily="34" charset="-128"/>
              </a:defRPr>
            </a:lvl1pPr>
            <a:lvl2pPr marL="428625" indent="-257175">
              <a:buFont typeface="+mj-lt"/>
              <a:buAutoNum type="arabicPeriod"/>
              <a:defRPr sz="1350">
                <a:latin typeface="Meiryo UI" panose="020B0604030504040204" pitchFamily="34" charset="-128"/>
                <a:ea typeface="Meiryo UI" panose="020B0604030504040204" pitchFamily="34" charset="-128"/>
              </a:defRPr>
            </a:lvl2pPr>
            <a:lvl3pPr marL="600075" indent="-257175">
              <a:buFont typeface="+mj-lt"/>
              <a:buAutoNum type="arabicPeriod"/>
              <a:defRPr sz="1200">
                <a:latin typeface="Meiryo UI" panose="020B0604030504040204" pitchFamily="34" charset="-128"/>
                <a:ea typeface="Meiryo UI" panose="020B0604030504040204" pitchFamily="34" charset="-128"/>
              </a:defRPr>
            </a:lvl3pPr>
            <a:lvl4pPr marL="771525" indent="-257175">
              <a:buFont typeface="+mj-lt"/>
              <a:buAutoNum type="arabicPeriod"/>
              <a:defRPr sz="1050">
                <a:latin typeface="Meiryo UI" panose="020B0604030504040204" pitchFamily="34" charset="-128"/>
                <a:ea typeface="Meiryo UI" panose="020B0604030504040204" pitchFamily="34" charset="-128"/>
              </a:defRPr>
            </a:lvl4pPr>
            <a:lvl5pPr>
              <a:buFont typeface="+mj-lt"/>
              <a:buAutoNum type="arabicPeriod"/>
              <a:defRPr sz="105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endParaRPr lang="en-US"/>
          </a:p>
        </p:txBody>
      </p:sp>
    </p:spTree>
    <p:extLst>
      <p:ext uri="{BB962C8B-B14F-4D97-AF65-F5344CB8AC3E}">
        <p14:creationId xmlns:p14="http://schemas.microsoft.com/office/powerpoint/2010/main" val="21283358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コンテンツ 2">
    <p:bg>
      <p:bgPr>
        <a:solidFill>
          <a:schemeClr val="accent4">
            <a:alpha val="10000"/>
          </a:schemeClr>
        </a:solidFill>
        <a:effectLst/>
      </p:bgPr>
    </p:bg>
    <p:spTree>
      <p:nvGrpSpPr>
        <p:cNvPr id="1" name=""/>
        <p:cNvGrpSpPr/>
        <p:nvPr/>
      </p:nvGrpSpPr>
      <p:grpSpPr>
        <a:xfrm>
          <a:off x="0" y="0"/>
          <a:ext cx="0" cy="0"/>
          <a:chOff x="0" y="0"/>
          <a:chExt cx="0" cy="0"/>
        </a:xfrm>
      </p:grpSpPr>
      <p:sp>
        <p:nvSpPr>
          <p:cNvPr id="12" name="タイトル 11">
            <a:extLst>
              <a:ext uri="{FF2B5EF4-FFF2-40B4-BE49-F238E27FC236}">
                <a16:creationId xmlns:a16="http://schemas.microsoft.com/office/drawing/2014/main" id="{D1618BB7-0E34-97A6-1EB4-BE34C533F82D}"/>
              </a:ext>
            </a:extLst>
          </p:cNvPr>
          <p:cNvSpPr>
            <a:spLocks noGrp="1"/>
          </p:cNvSpPr>
          <p:nvPr>
            <p:ph type="title" hasCustomPrompt="1"/>
          </p:nvPr>
        </p:nvSpPr>
        <p:spPr>
          <a:xfrm>
            <a:off x="400051" y="2886465"/>
            <a:ext cx="3494801" cy="1645198"/>
          </a:xfrm>
        </p:spPr>
        <p:txBody>
          <a:bodyPr rtlCol="0" anchor="b">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14" name="コンテンツ プレースホルダー 7">
            <a:extLst>
              <a:ext uri="{FF2B5EF4-FFF2-40B4-BE49-F238E27FC236}">
                <a16:creationId xmlns:a16="http://schemas.microsoft.com/office/drawing/2014/main" id="{8146C8E0-C7B1-6C97-E3D5-040F26B8ECB6}"/>
              </a:ext>
            </a:extLst>
          </p:cNvPr>
          <p:cNvSpPr>
            <a:spLocks noGrp="1"/>
          </p:cNvSpPr>
          <p:nvPr>
            <p:ph sz="quarter" idx="14" hasCustomPrompt="1"/>
          </p:nvPr>
        </p:nvSpPr>
        <p:spPr>
          <a:xfrm>
            <a:off x="400050" y="4662651"/>
            <a:ext cx="3494801" cy="1681305"/>
          </a:xfrm>
        </p:spPr>
        <p:txBody>
          <a:bodyPr rtlCol="0">
            <a:normAutofit/>
          </a:bodyPr>
          <a:lstStyle>
            <a:lvl1pPr>
              <a:buNone/>
              <a:defRPr>
                <a:latin typeface="Meiryo UI" panose="020B0604030504040204" pitchFamily="34" charset="-128"/>
                <a:ea typeface="Meiryo UI" panose="020B0604030504040204" pitchFamily="34" charset="-128"/>
              </a:defRPr>
            </a:lvl1pPr>
            <a:lvl2pPr>
              <a:buNone/>
              <a:defRPr>
                <a:latin typeface="Meiryo UI" panose="020B0604030504040204" pitchFamily="34" charset="-128"/>
                <a:ea typeface="Meiryo UI" panose="020B0604030504040204" pitchFamily="34" charset="-128"/>
              </a:defRPr>
            </a:lvl2pPr>
            <a:lvl3pPr>
              <a:buNone/>
              <a:defRPr>
                <a:latin typeface="Meiryo UI" panose="020B0604030504040204" pitchFamily="34" charset="-128"/>
                <a:ea typeface="Meiryo UI" panose="020B0604030504040204" pitchFamily="34" charset="-128"/>
              </a:defRPr>
            </a:lvl3pPr>
            <a:lvl4pPr>
              <a:buNone/>
              <a:defRPr>
                <a:latin typeface="Meiryo UI" panose="020B0604030504040204" pitchFamily="34" charset="-128"/>
                <a:ea typeface="Meiryo UI" panose="020B0604030504040204" pitchFamily="34" charset="-128"/>
              </a:defRPr>
            </a:lvl4pPr>
            <a:lvl5pPr>
              <a:buNone/>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endParaRPr lang="en-US"/>
          </a:p>
        </p:txBody>
      </p:sp>
      <p:sp>
        <p:nvSpPr>
          <p:cNvPr id="5" name="フッター プレースホルダー 4">
            <a:extLst>
              <a:ext uri="{FF2B5EF4-FFF2-40B4-BE49-F238E27FC236}">
                <a16:creationId xmlns:a16="http://schemas.microsoft.com/office/drawing/2014/main" id="{B17E6B5E-6174-FD5C-41E8-FFC44C650D7E}"/>
              </a:ext>
            </a:extLst>
          </p:cNvPr>
          <p:cNvSpPr>
            <a:spLocks noGrp="1"/>
          </p:cNvSpPr>
          <p:nvPr>
            <p:ph type="ftr" sz="quarter" idx="11"/>
          </p:nvPr>
        </p:nvSpPr>
        <p:spPr>
          <a:xfrm>
            <a:off x="400051" y="6343956"/>
            <a:ext cx="2163489"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2025/11/24</a:t>
            </a:r>
          </a:p>
        </p:txBody>
      </p:sp>
      <p:sp>
        <p:nvSpPr>
          <p:cNvPr id="6" name="スライド番号プレースホルダー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grpSp>
        <p:nvGrpSpPr>
          <p:cNvPr id="3" name="グループ 2">
            <a:extLst>
              <a:ext uri="{FF2B5EF4-FFF2-40B4-BE49-F238E27FC236}">
                <a16:creationId xmlns:a16="http://schemas.microsoft.com/office/drawing/2014/main" id="{B504091C-4F29-1ED6-85D1-239E57863706}"/>
              </a:ext>
            </a:extLst>
          </p:cNvPr>
          <p:cNvGrpSpPr/>
          <p:nvPr userDrawn="1"/>
        </p:nvGrpSpPr>
        <p:grpSpPr>
          <a:xfrm>
            <a:off x="4572000" y="41886"/>
            <a:ext cx="4457700" cy="3539514"/>
            <a:chOff x="6096000" y="41886"/>
            <a:chExt cx="5943600" cy="3539514"/>
          </a:xfrm>
          <a:solidFill>
            <a:schemeClr val="accent4">
              <a:lumMod val="20000"/>
              <a:lumOff val="80000"/>
            </a:schemeClr>
          </a:solidFill>
        </p:grpSpPr>
        <p:sp>
          <p:nvSpPr>
            <p:cNvPr id="7" name="フリーフォーム(F) 6">
              <a:extLst>
                <a:ext uri="{FF2B5EF4-FFF2-40B4-BE49-F238E27FC236}">
                  <a16:creationId xmlns:a16="http://schemas.microsoft.com/office/drawing/2014/main" id="{A7779D61-C627-076D-9A78-D179D1749148}"/>
                </a:ext>
              </a:extLst>
            </p:cNvPr>
            <p:cNvSpPr/>
            <p:nvPr/>
          </p:nvSpPr>
          <p:spPr>
            <a:xfrm>
              <a:off x="11651748" y="748183"/>
              <a:ext cx="387852" cy="2117500"/>
            </a:xfrm>
            <a:custGeom>
              <a:avLst/>
              <a:gdLst>
                <a:gd name="connsiteX0" fmla="*/ 387852 w 387852"/>
                <a:gd name="connsiteY0" fmla="*/ 0 h 2117500"/>
                <a:gd name="connsiteX1" fmla="*/ 387852 w 387852"/>
                <a:gd name="connsiteY1" fmla="*/ 2117500 h 2117500"/>
                <a:gd name="connsiteX2" fmla="*/ 332889 w 387852"/>
                <a:gd name="connsiteY2" fmla="*/ 2051300 h 2117500"/>
                <a:gd name="connsiteX3" fmla="*/ 0 w 387852"/>
                <a:gd name="connsiteY3" fmla="*/ 1058749 h 2117500"/>
                <a:gd name="connsiteX4" fmla="*/ 332889 w 387852"/>
                <a:gd name="connsiteY4" fmla="*/ 662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87852" y="2117500"/>
                  </a:lnTo>
                  <a:lnTo>
                    <a:pt x="332889" y="2051300"/>
                  </a:lnTo>
                  <a:cubicBezTo>
                    <a:pt x="123951" y="1775377"/>
                    <a:pt x="0" y="1431538"/>
                    <a:pt x="0" y="1058749"/>
                  </a:cubicBezTo>
                  <a:cubicBezTo>
                    <a:pt x="0" y="685961"/>
                    <a:pt x="123951" y="342122"/>
                    <a:pt x="332889" y="6620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9" name="円/楕円 8">
              <a:extLst>
                <a:ext uri="{FF2B5EF4-FFF2-40B4-BE49-F238E27FC236}">
                  <a16:creationId xmlns:a16="http://schemas.microsoft.com/office/drawing/2014/main" id="{01D32E20-2C60-CF96-7696-C6E7505116D1}"/>
                </a:ext>
              </a:extLst>
            </p:cNvPr>
            <p:cNvSpPr/>
            <p:nvPr/>
          </p:nvSpPr>
          <p:spPr>
            <a:xfrm flipH="1">
              <a:off x="6096000" y="161232"/>
              <a:ext cx="3291399" cy="32913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10" name="円/楕円 9">
              <a:extLst>
                <a:ext uri="{FF2B5EF4-FFF2-40B4-BE49-F238E27FC236}">
                  <a16:creationId xmlns:a16="http://schemas.microsoft.com/office/drawing/2014/main" id="{DF5BD25E-14E3-E0A9-53A9-102BB47868BD}"/>
                </a:ext>
              </a:extLst>
            </p:cNvPr>
            <p:cNvSpPr/>
            <p:nvPr/>
          </p:nvSpPr>
          <p:spPr>
            <a:xfrm rot="1580702" flipH="1">
              <a:off x="9512342" y="41886"/>
              <a:ext cx="2014464" cy="35395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Tree>
    <p:extLst>
      <p:ext uri="{BB962C8B-B14F-4D97-AF65-F5344CB8AC3E}">
        <p14:creationId xmlns:p14="http://schemas.microsoft.com/office/powerpoint/2010/main" val="30898180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コンテンツ 3">
    <p:bg>
      <p:bgPr>
        <a:solidFill>
          <a:schemeClr val="accent4">
            <a:alpha val="10000"/>
          </a:schemeClr>
        </a:solidFill>
        <a:effectLst/>
      </p:bgPr>
    </p:bg>
    <p:spTree>
      <p:nvGrpSpPr>
        <p:cNvPr id="1" name=""/>
        <p:cNvGrpSpPr/>
        <p:nvPr/>
      </p:nvGrpSpPr>
      <p:grpSpPr>
        <a:xfrm>
          <a:off x="0" y="0"/>
          <a:ext cx="0" cy="0"/>
          <a:chOff x="0" y="0"/>
          <a:chExt cx="0" cy="0"/>
        </a:xfrm>
      </p:grpSpPr>
      <p:grpSp>
        <p:nvGrpSpPr>
          <p:cNvPr id="3" name="グループ 2">
            <a:extLst>
              <a:ext uri="{FF2B5EF4-FFF2-40B4-BE49-F238E27FC236}">
                <a16:creationId xmlns:a16="http://schemas.microsoft.com/office/drawing/2014/main" id="{EADEF54D-4160-5DF9-DD68-F71308AAB222}"/>
              </a:ext>
            </a:extLst>
          </p:cNvPr>
          <p:cNvGrpSpPr/>
          <p:nvPr userDrawn="1"/>
        </p:nvGrpSpPr>
        <p:grpSpPr>
          <a:xfrm flipH="1">
            <a:off x="114300" y="3318486"/>
            <a:ext cx="4457700" cy="3539514"/>
            <a:chOff x="6096000" y="3318486"/>
            <a:chExt cx="5943600" cy="3539514"/>
          </a:xfrm>
          <a:solidFill>
            <a:schemeClr val="accent4">
              <a:lumMod val="20000"/>
              <a:lumOff val="80000"/>
            </a:schemeClr>
          </a:solidFill>
        </p:grpSpPr>
        <p:sp>
          <p:nvSpPr>
            <p:cNvPr id="7" name="フリーフォーム(F) 6">
              <a:extLst>
                <a:ext uri="{FF2B5EF4-FFF2-40B4-BE49-F238E27FC236}">
                  <a16:creationId xmlns:a16="http://schemas.microsoft.com/office/drawing/2014/main" id="{F93B3037-0086-1CF3-29F1-87F5431D5504}"/>
                </a:ext>
              </a:extLst>
            </p:cNvPr>
            <p:cNvSpPr/>
            <p:nvPr/>
          </p:nvSpPr>
          <p:spPr>
            <a:xfrm>
              <a:off x="11651748" y="4024783"/>
              <a:ext cx="387852" cy="2117500"/>
            </a:xfrm>
            <a:custGeom>
              <a:avLst/>
              <a:gdLst>
                <a:gd name="connsiteX0" fmla="*/ 387852 w 387852"/>
                <a:gd name="connsiteY0" fmla="*/ 0 h 2117500"/>
                <a:gd name="connsiteX1" fmla="*/ 387852 w 387852"/>
                <a:gd name="connsiteY1" fmla="*/ 2117500 h 2117500"/>
                <a:gd name="connsiteX2" fmla="*/ 332889 w 387852"/>
                <a:gd name="connsiteY2" fmla="*/ 2051300 h 2117500"/>
                <a:gd name="connsiteX3" fmla="*/ 0 w 387852"/>
                <a:gd name="connsiteY3" fmla="*/ 1058749 h 2117500"/>
                <a:gd name="connsiteX4" fmla="*/ 332889 w 387852"/>
                <a:gd name="connsiteY4" fmla="*/ 662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87852" y="2117500"/>
                  </a:lnTo>
                  <a:lnTo>
                    <a:pt x="332889" y="2051300"/>
                  </a:lnTo>
                  <a:cubicBezTo>
                    <a:pt x="123951" y="1775377"/>
                    <a:pt x="0" y="1431538"/>
                    <a:pt x="0" y="1058749"/>
                  </a:cubicBezTo>
                  <a:cubicBezTo>
                    <a:pt x="0" y="685961"/>
                    <a:pt x="123951" y="342123"/>
                    <a:pt x="332889" y="6620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9" name="円/楕円 8">
              <a:extLst>
                <a:ext uri="{FF2B5EF4-FFF2-40B4-BE49-F238E27FC236}">
                  <a16:creationId xmlns:a16="http://schemas.microsoft.com/office/drawing/2014/main" id="{6F87EDF7-D74B-0BA8-7900-6A9EFFC7866D}"/>
                </a:ext>
              </a:extLst>
            </p:cNvPr>
            <p:cNvSpPr/>
            <p:nvPr/>
          </p:nvSpPr>
          <p:spPr>
            <a:xfrm flipH="1">
              <a:off x="6096000" y="3437832"/>
              <a:ext cx="3291399" cy="32913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10" name="円/楕円 9">
              <a:extLst>
                <a:ext uri="{FF2B5EF4-FFF2-40B4-BE49-F238E27FC236}">
                  <a16:creationId xmlns:a16="http://schemas.microsoft.com/office/drawing/2014/main" id="{307C60FF-BE3F-20DA-69EA-B9C6B9C4266F}"/>
                </a:ext>
              </a:extLst>
            </p:cNvPr>
            <p:cNvSpPr/>
            <p:nvPr/>
          </p:nvSpPr>
          <p:spPr>
            <a:xfrm rot="1580702" flipH="1">
              <a:off x="9512342" y="3318486"/>
              <a:ext cx="2014464" cy="35395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
        <p:nvSpPr>
          <p:cNvPr id="12" name="タイトル 11">
            <a:extLst>
              <a:ext uri="{FF2B5EF4-FFF2-40B4-BE49-F238E27FC236}">
                <a16:creationId xmlns:a16="http://schemas.microsoft.com/office/drawing/2014/main" id="{09661B4B-F50F-0E73-DCDE-68FFF7EE78FF}"/>
              </a:ext>
            </a:extLst>
          </p:cNvPr>
          <p:cNvSpPr>
            <a:spLocks noGrp="1"/>
          </p:cNvSpPr>
          <p:nvPr>
            <p:ph type="title" hasCustomPrompt="1"/>
          </p:nvPr>
        </p:nvSpPr>
        <p:spPr>
          <a:xfrm>
            <a:off x="400051" y="533400"/>
            <a:ext cx="3717131" cy="2521911"/>
          </a:xfrm>
        </p:spPr>
        <p:txBody>
          <a:bodyPr rtlCol="0">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8" name="コンテンツ プレースホルダー 7">
            <a:extLst>
              <a:ext uri="{FF2B5EF4-FFF2-40B4-BE49-F238E27FC236}">
                <a16:creationId xmlns:a16="http://schemas.microsoft.com/office/drawing/2014/main" id="{D42D62A0-8127-CE86-0633-0D65E1E136F7}"/>
              </a:ext>
            </a:extLst>
          </p:cNvPr>
          <p:cNvSpPr>
            <a:spLocks noGrp="1"/>
          </p:cNvSpPr>
          <p:nvPr>
            <p:ph sz="quarter" idx="13" hasCustomPrompt="1"/>
          </p:nvPr>
        </p:nvSpPr>
        <p:spPr>
          <a:xfrm>
            <a:off x="5004840" y="552783"/>
            <a:ext cx="3717131" cy="2895600"/>
          </a:xfrm>
        </p:spPr>
        <p:txBody>
          <a:bodyPr rtlCol="0">
            <a:normAutofit/>
          </a:bodyPr>
          <a:lstStyle>
            <a:lvl1pPr>
              <a:defRPr>
                <a:latin typeface="Meiryo UI" panose="020B0604030504040204" pitchFamily="34" charset="-128"/>
                <a:ea typeface="Meiryo UI" panose="020B0604030504040204" pitchFamily="34" charset="-128"/>
              </a:defRPr>
            </a:lvl1pPr>
            <a:lvl2pPr>
              <a:defRPr>
                <a:latin typeface="Meiryo UI" panose="020B0604030504040204" pitchFamily="34" charset="-128"/>
                <a:ea typeface="Meiryo UI" panose="020B0604030504040204" pitchFamily="34" charset="-128"/>
              </a:defRPr>
            </a:lvl2pPr>
            <a:lvl3pPr>
              <a:defRPr>
                <a:latin typeface="Meiryo UI" panose="020B0604030504040204" pitchFamily="34" charset="-128"/>
                <a:ea typeface="Meiryo UI" panose="020B0604030504040204" pitchFamily="34" charset="-128"/>
              </a:defRPr>
            </a:lvl3pPr>
            <a:lvl4pPr>
              <a:defRPr>
                <a:latin typeface="Meiryo UI" panose="020B0604030504040204" pitchFamily="34" charset="-128"/>
                <a:ea typeface="Meiryo UI" panose="020B0604030504040204" pitchFamily="34" charset="-128"/>
              </a:defRPr>
            </a:lvl4pPr>
            <a:lvl5pPr>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endParaRPr lang="en-US"/>
          </a:p>
        </p:txBody>
      </p:sp>
      <p:sp>
        <p:nvSpPr>
          <p:cNvPr id="5" name="フッター プレースホルダー 4">
            <a:extLst>
              <a:ext uri="{FF2B5EF4-FFF2-40B4-BE49-F238E27FC236}">
                <a16:creationId xmlns:a16="http://schemas.microsoft.com/office/drawing/2014/main" id="{B17E6B5E-6174-FD5C-41E8-FFC44C650D7E}"/>
              </a:ext>
            </a:extLst>
          </p:cNvPr>
          <p:cNvSpPr>
            <a:spLocks noGrp="1"/>
          </p:cNvSpPr>
          <p:nvPr>
            <p:ph type="ftr" sz="quarter" idx="11"/>
          </p:nvPr>
        </p:nvSpPr>
        <p:spPr>
          <a:xfrm>
            <a:off x="400051" y="6343956"/>
            <a:ext cx="2163489"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2025/11/24</a:t>
            </a:r>
          </a:p>
        </p:txBody>
      </p:sp>
      <p:sp>
        <p:nvSpPr>
          <p:cNvPr id="6" name="スライド番号プレースホルダー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21744166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コンテンツ 4">
    <p:bg>
      <p:bgPr>
        <a:solidFill>
          <a:schemeClr val="accent4">
            <a:alpha val="10000"/>
          </a:schemeClr>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7433D9-FD02-59E2-0F81-A0B7201D2DA0}"/>
              </a:ext>
            </a:extLst>
          </p:cNvPr>
          <p:cNvSpPr>
            <a:spLocks noGrp="1"/>
          </p:cNvSpPr>
          <p:nvPr>
            <p:ph type="title" hasCustomPrompt="1"/>
          </p:nvPr>
        </p:nvSpPr>
        <p:spPr>
          <a:xfrm>
            <a:off x="400051" y="533401"/>
            <a:ext cx="3717131" cy="2521911"/>
          </a:xfrm>
        </p:spPr>
        <p:txBody>
          <a:bodyPr rtlCol="0" anchor="b">
            <a:normAutofit/>
          </a:bodyPr>
          <a:lstStyle>
            <a:lvl1pPr>
              <a:defRPr sz="21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8" name="コンテンツ プレースホルダー 7">
            <a:extLst>
              <a:ext uri="{FF2B5EF4-FFF2-40B4-BE49-F238E27FC236}">
                <a16:creationId xmlns:a16="http://schemas.microsoft.com/office/drawing/2014/main" id="{D42D62A0-8127-CE86-0633-0D65E1E136F7}"/>
              </a:ext>
            </a:extLst>
          </p:cNvPr>
          <p:cNvSpPr>
            <a:spLocks noGrp="1"/>
          </p:cNvSpPr>
          <p:nvPr>
            <p:ph sz="quarter" idx="13" hasCustomPrompt="1"/>
          </p:nvPr>
        </p:nvSpPr>
        <p:spPr>
          <a:xfrm>
            <a:off x="400050" y="3461250"/>
            <a:ext cx="3717131" cy="2895600"/>
          </a:xfrm>
        </p:spPr>
        <p:txBody>
          <a:bodyPr rtlCol="0">
            <a:normAutofit/>
          </a:bodyPr>
          <a:lstStyle>
            <a:lvl1pPr>
              <a:defRPr>
                <a:latin typeface="Meiryo UI" panose="020B0604030504040204" pitchFamily="34" charset="-128"/>
                <a:ea typeface="Meiryo UI" panose="020B0604030504040204" pitchFamily="34" charset="-128"/>
              </a:defRPr>
            </a:lvl1pPr>
            <a:lvl2pPr>
              <a:defRPr>
                <a:latin typeface="Meiryo UI" panose="020B0604030504040204" pitchFamily="34" charset="-128"/>
                <a:ea typeface="Meiryo UI" panose="020B0604030504040204" pitchFamily="34" charset="-128"/>
              </a:defRPr>
            </a:lvl2pPr>
            <a:lvl3pPr>
              <a:defRPr>
                <a:latin typeface="Meiryo UI" panose="020B0604030504040204" pitchFamily="34" charset="-128"/>
                <a:ea typeface="Meiryo UI" panose="020B0604030504040204" pitchFamily="34" charset="-128"/>
              </a:defRPr>
            </a:lvl3pPr>
            <a:lvl4pPr>
              <a:defRPr>
                <a:latin typeface="Meiryo UI" panose="020B0604030504040204" pitchFamily="34" charset="-128"/>
                <a:ea typeface="Meiryo UI" panose="020B0604030504040204" pitchFamily="34" charset="-128"/>
              </a:defRPr>
            </a:lvl4pPr>
            <a:lvl5pPr>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endParaRPr lang="en-US"/>
          </a:p>
        </p:txBody>
      </p:sp>
      <p:sp>
        <p:nvSpPr>
          <p:cNvPr id="5" name="フッター プレースホルダー 4">
            <a:extLst>
              <a:ext uri="{FF2B5EF4-FFF2-40B4-BE49-F238E27FC236}">
                <a16:creationId xmlns:a16="http://schemas.microsoft.com/office/drawing/2014/main" id="{B17E6B5E-6174-FD5C-41E8-FFC44C650D7E}"/>
              </a:ext>
            </a:extLst>
          </p:cNvPr>
          <p:cNvSpPr>
            <a:spLocks noGrp="1"/>
          </p:cNvSpPr>
          <p:nvPr>
            <p:ph type="ftr" sz="quarter" idx="11"/>
          </p:nvPr>
        </p:nvSpPr>
        <p:spPr>
          <a:xfrm>
            <a:off x="400051" y="6343956"/>
            <a:ext cx="2163489"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2025/11/24</a:t>
            </a:r>
          </a:p>
        </p:txBody>
      </p:sp>
      <p:sp>
        <p:nvSpPr>
          <p:cNvPr id="6" name="スライド番号プレースホルダー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grpSp>
        <p:nvGrpSpPr>
          <p:cNvPr id="15" name="グループ 14">
            <a:extLst>
              <a:ext uri="{FF2B5EF4-FFF2-40B4-BE49-F238E27FC236}">
                <a16:creationId xmlns:a16="http://schemas.microsoft.com/office/drawing/2014/main" id="{24937C80-2D2B-680E-44B1-E087C65B872D}"/>
              </a:ext>
            </a:extLst>
          </p:cNvPr>
          <p:cNvGrpSpPr/>
          <p:nvPr userDrawn="1"/>
        </p:nvGrpSpPr>
        <p:grpSpPr>
          <a:xfrm>
            <a:off x="4572000" y="41886"/>
            <a:ext cx="4457700" cy="3539514"/>
            <a:chOff x="6096000" y="41886"/>
            <a:chExt cx="5943600" cy="3539514"/>
          </a:xfrm>
          <a:solidFill>
            <a:schemeClr val="accent4">
              <a:lumMod val="20000"/>
              <a:lumOff val="80000"/>
            </a:schemeClr>
          </a:solidFill>
        </p:grpSpPr>
        <p:sp>
          <p:nvSpPr>
            <p:cNvPr id="16" name="フリーフォーム(F) 15">
              <a:extLst>
                <a:ext uri="{FF2B5EF4-FFF2-40B4-BE49-F238E27FC236}">
                  <a16:creationId xmlns:a16="http://schemas.microsoft.com/office/drawing/2014/main" id="{C5BC9EAC-ED0F-B1FF-4B84-2C42F46E76EE}"/>
                </a:ext>
              </a:extLst>
            </p:cNvPr>
            <p:cNvSpPr/>
            <p:nvPr/>
          </p:nvSpPr>
          <p:spPr>
            <a:xfrm>
              <a:off x="11651748" y="748183"/>
              <a:ext cx="387852" cy="2117500"/>
            </a:xfrm>
            <a:custGeom>
              <a:avLst/>
              <a:gdLst>
                <a:gd name="connsiteX0" fmla="*/ 387852 w 387852"/>
                <a:gd name="connsiteY0" fmla="*/ 0 h 2117500"/>
                <a:gd name="connsiteX1" fmla="*/ 387852 w 387852"/>
                <a:gd name="connsiteY1" fmla="*/ 2117500 h 2117500"/>
                <a:gd name="connsiteX2" fmla="*/ 332889 w 387852"/>
                <a:gd name="connsiteY2" fmla="*/ 2051300 h 2117500"/>
                <a:gd name="connsiteX3" fmla="*/ 0 w 387852"/>
                <a:gd name="connsiteY3" fmla="*/ 1058749 h 2117500"/>
                <a:gd name="connsiteX4" fmla="*/ 332889 w 387852"/>
                <a:gd name="connsiteY4" fmla="*/ 662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87852" y="2117500"/>
                  </a:lnTo>
                  <a:lnTo>
                    <a:pt x="332889" y="2051300"/>
                  </a:lnTo>
                  <a:cubicBezTo>
                    <a:pt x="123951" y="1775377"/>
                    <a:pt x="0" y="1431538"/>
                    <a:pt x="0" y="1058749"/>
                  </a:cubicBezTo>
                  <a:cubicBezTo>
                    <a:pt x="0" y="685961"/>
                    <a:pt x="123951" y="342122"/>
                    <a:pt x="332889" y="6620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17" name="円/楕円 16">
              <a:extLst>
                <a:ext uri="{FF2B5EF4-FFF2-40B4-BE49-F238E27FC236}">
                  <a16:creationId xmlns:a16="http://schemas.microsoft.com/office/drawing/2014/main" id="{24A64B39-F459-D3F6-E483-60DD8BBDB4A3}"/>
                </a:ext>
              </a:extLst>
            </p:cNvPr>
            <p:cNvSpPr/>
            <p:nvPr/>
          </p:nvSpPr>
          <p:spPr>
            <a:xfrm flipH="1">
              <a:off x="6096000" y="161232"/>
              <a:ext cx="3291399" cy="32913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18" name="円/楕円 17">
              <a:extLst>
                <a:ext uri="{FF2B5EF4-FFF2-40B4-BE49-F238E27FC236}">
                  <a16:creationId xmlns:a16="http://schemas.microsoft.com/office/drawing/2014/main" id="{DEC8AE27-B12C-0C07-1C85-AEF653C268A5}"/>
                </a:ext>
              </a:extLst>
            </p:cNvPr>
            <p:cNvSpPr/>
            <p:nvPr/>
          </p:nvSpPr>
          <p:spPr>
            <a:xfrm rot="1580702" flipH="1">
              <a:off x="9512342" y="41886"/>
              <a:ext cx="2014464" cy="35395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Tree>
    <p:extLst>
      <p:ext uri="{BB962C8B-B14F-4D97-AF65-F5344CB8AC3E}">
        <p14:creationId xmlns:p14="http://schemas.microsoft.com/office/powerpoint/2010/main" val="22334094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コンテンツ 5">
    <p:bg>
      <p:bgPr>
        <a:solidFill>
          <a:schemeClr val="accent4">
            <a:alpha val="10000"/>
          </a:schemeClr>
        </a:solidFill>
        <a:effectLst/>
      </p:bgPr>
    </p:bg>
    <p:spTree>
      <p:nvGrpSpPr>
        <p:cNvPr id="1" name=""/>
        <p:cNvGrpSpPr/>
        <p:nvPr/>
      </p:nvGrpSpPr>
      <p:grpSpPr>
        <a:xfrm>
          <a:off x="0" y="0"/>
          <a:ext cx="0" cy="0"/>
          <a:chOff x="0" y="0"/>
          <a:chExt cx="0" cy="0"/>
        </a:xfrm>
      </p:grpSpPr>
      <p:grpSp>
        <p:nvGrpSpPr>
          <p:cNvPr id="3" name="グループ 2">
            <a:extLst>
              <a:ext uri="{FF2B5EF4-FFF2-40B4-BE49-F238E27FC236}">
                <a16:creationId xmlns:a16="http://schemas.microsoft.com/office/drawing/2014/main" id="{AA956324-E79E-5311-FAEA-78BDEA633B37}"/>
              </a:ext>
            </a:extLst>
          </p:cNvPr>
          <p:cNvGrpSpPr/>
          <p:nvPr userDrawn="1"/>
        </p:nvGrpSpPr>
        <p:grpSpPr>
          <a:xfrm>
            <a:off x="114300" y="3318486"/>
            <a:ext cx="4457700" cy="3539514"/>
            <a:chOff x="152400" y="3318486"/>
            <a:chExt cx="5943600" cy="3539514"/>
          </a:xfrm>
          <a:solidFill>
            <a:schemeClr val="accent4">
              <a:lumMod val="20000"/>
              <a:lumOff val="80000"/>
            </a:schemeClr>
          </a:solidFill>
        </p:grpSpPr>
        <p:sp>
          <p:nvSpPr>
            <p:cNvPr id="7" name="フリーフォーム(F) 6">
              <a:extLst>
                <a:ext uri="{FF2B5EF4-FFF2-40B4-BE49-F238E27FC236}">
                  <a16:creationId xmlns:a16="http://schemas.microsoft.com/office/drawing/2014/main" id="{DB5D04A4-91F8-A2DD-A4D4-F76EA237127F}"/>
                </a:ext>
              </a:extLst>
            </p:cNvPr>
            <p:cNvSpPr/>
            <p:nvPr/>
          </p:nvSpPr>
          <p:spPr>
            <a:xfrm flipH="1">
              <a:off x="152400" y="4024783"/>
              <a:ext cx="387852" cy="2117500"/>
            </a:xfrm>
            <a:custGeom>
              <a:avLst/>
              <a:gdLst>
                <a:gd name="connsiteX0" fmla="*/ 387852 w 387852"/>
                <a:gd name="connsiteY0" fmla="*/ 0 h 2117500"/>
                <a:gd name="connsiteX1" fmla="*/ 332888 w 387852"/>
                <a:gd name="connsiteY1" fmla="*/ 66200 h 2117500"/>
                <a:gd name="connsiteX2" fmla="*/ 0 w 387852"/>
                <a:gd name="connsiteY2" fmla="*/ 1058749 h 2117500"/>
                <a:gd name="connsiteX3" fmla="*/ 332888 w 387852"/>
                <a:gd name="connsiteY3" fmla="*/ 2051300 h 2117500"/>
                <a:gd name="connsiteX4" fmla="*/ 387852 w 387852"/>
                <a:gd name="connsiteY4" fmla="*/ 21175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32888" y="66200"/>
                  </a:lnTo>
                  <a:cubicBezTo>
                    <a:pt x="123951" y="342123"/>
                    <a:pt x="0" y="685961"/>
                    <a:pt x="0" y="1058749"/>
                  </a:cubicBezTo>
                  <a:cubicBezTo>
                    <a:pt x="0" y="1431538"/>
                    <a:pt x="123951" y="1775377"/>
                    <a:pt x="332888" y="2051300"/>
                  </a:cubicBezTo>
                  <a:lnTo>
                    <a:pt x="387852" y="21175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9" name="円/楕円 8">
              <a:extLst>
                <a:ext uri="{FF2B5EF4-FFF2-40B4-BE49-F238E27FC236}">
                  <a16:creationId xmlns:a16="http://schemas.microsoft.com/office/drawing/2014/main" id="{5902568D-DC48-E5CC-71F4-202ADBA340FE}"/>
                </a:ext>
              </a:extLst>
            </p:cNvPr>
            <p:cNvSpPr/>
            <p:nvPr/>
          </p:nvSpPr>
          <p:spPr>
            <a:xfrm>
              <a:off x="2804601" y="3437832"/>
              <a:ext cx="3291399" cy="32913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10" name="円/楕円 9">
              <a:extLst>
                <a:ext uri="{FF2B5EF4-FFF2-40B4-BE49-F238E27FC236}">
                  <a16:creationId xmlns:a16="http://schemas.microsoft.com/office/drawing/2014/main" id="{A1AD0D60-E6CE-D4C2-D8B8-EFFA77FEC6F2}"/>
                </a:ext>
              </a:extLst>
            </p:cNvPr>
            <p:cNvSpPr/>
            <p:nvPr/>
          </p:nvSpPr>
          <p:spPr>
            <a:xfrm rot="20019298">
              <a:off x="665195" y="3318486"/>
              <a:ext cx="2014464" cy="35395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
        <p:nvSpPr>
          <p:cNvPr id="2" name="タイトル 1">
            <a:extLst>
              <a:ext uri="{FF2B5EF4-FFF2-40B4-BE49-F238E27FC236}">
                <a16:creationId xmlns:a16="http://schemas.microsoft.com/office/drawing/2014/main" id="{BC7433D9-FD02-59E2-0F81-A0B7201D2DA0}"/>
              </a:ext>
            </a:extLst>
          </p:cNvPr>
          <p:cNvSpPr>
            <a:spLocks noGrp="1"/>
          </p:cNvSpPr>
          <p:nvPr>
            <p:ph type="title" hasCustomPrompt="1"/>
          </p:nvPr>
        </p:nvSpPr>
        <p:spPr>
          <a:xfrm>
            <a:off x="400051" y="533401"/>
            <a:ext cx="2618593" cy="4095475"/>
          </a:xfrm>
        </p:spPr>
        <p:txBody>
          <a:bodyPr rtlCol="0" anchor="t">
            <a:normAutofit/>
          </a:bodyPr>
          <a:lstStyle>
            <a:lvl1pPr>
              <a:defRPr sz="21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8" name="コンテンツ プレースホルダー 7">
            <a:extLst>
              <a:ext uri="{FF2B5EF4-FFF2-40B4-BE49-F238E27FC236}">
                <a16:creationId xmlns:a16="http://schemas.microsoft.com/office/drawing/2014/main" id="{FFB4667A-FE47-8556-FD3A-55FDBA801D76}"/>
              </a:ext>
            </a:extLst>
          </p:cNvPr>
          <p:cNvSpPr>
            <a:spLocks noGrp="1"/>
          </p:cNvSpPr>
          <p:nvPr>
            <p:ph sz="quarter" idx="13" hasCustomPrompt="1"/>
          </p:nvPr>
        </p:nvSpPr>
        <p:spPr>
          <a:xfrm>
            <a:off x="3885908" y="533401"/>
            <a:ext cx="4858042" cy="4095474"/>
          </a:xfrm>
        </p:spPr>
        <p:txBody>
          <a:bodyPr rtlCol="0">
            <a:normAutofit/>
          </a:bodyPr>
          <a:lstStyle>
            <a:lvl1pPr>
              <a:defRPr>
                <a:latin typeface="Meiryo UI" panose="020B0604030504040204" pitchFamily="34" charset="-128"/>
                <a:ea typeface="Meiryo UI" panose="020B0604030504040204" pitchFamily="34" charset="-128"/>
              </a:defRPr>
            </a:lvl1pPr>
            <a:lvl2pPr>
              <a:defRPr>
                <a:latin typeface="Meiryo UI" panose="020B0604030504040204" pitchFamily="34" charset="-128"/>
                <a:ea typeface="Meiryo UI" panose="020B0604030504040204" pitchFamily="34" charset="-128"/>
              </a:defRPr>
            </a:lvl2pPr>
            <a:lvl3pPr>
              <a:defRPr>
                <a:latin typeface="Meiryo UI" panose="020B0604030504040204" pitchFamily="34" charset="-128"/>
                <a:ea typeface="Meiryo UI" panose="020B0604030504040204" pitchFamily="34" charset="-128"/>
              </a:defRPr>
            </a:lvl3pPr>
            <a:lvl4pPr>
              <a:defRPr>
                <a:latin typeface="Meiryo UI" panose="020B0604030504040204" pitchFamily="34" charset="-128"/>
                <a:ea typeface="Meiryo UI" panose="020B0604030504040204" pitchFamily="34" charset="-128"/>
              </a:defRPr>
            </a:lvl4pPr>
            <a:lvl5pPr>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endParaRPr lang="en-US"/>
          </a:p>
        </p:txBody>
      </p:sp>
      <p:sp>
        <p:nvSpPr>
          <p:cNvPr id="5" name="フッター プレースホルダー 4">
            <a:extLst>
              <a:ext uri="{FF2B5EF4-FFF2-40B4-BE49-F238E27FC236}">
                <a16:creationId xmlns:a16="http://schemas.microsoft.com/office/drawing/2014/main" id="{B17E6B5E-6174-FD5C-41E8-FFC44C650D7E}"/>
              </a:ext>
            </a:extLst>
          </p:cNvPr>
          <p:cNvSpPr>
            <a:spLocks noGrp="1"/>
          </p:cNvSpPr>
          <p:nvPr>
            <p:ph type="ftr" sz="quarter" idx="11"/>
          </p:nvPr>
        </p:nvSpPr>
        <p:spPr>
          <a:xfrm>
            <a:off x="400051" y="6343956"/>
            <a:ext cx="2163489"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2025/11/24</a:t>
            </a:r>
          </a:p>
        </p:txBody>
      </p:sp>
      <p:sp>
        <p:nvSpPr>
          <p:cNvPr id="6" name="スライド番号プレースホルダー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36140179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コンテンツ 6">
    <p:bg>
      <p:bgPr>
        <a:solidFill>
          <a:schemeClr val="accent4">
            <a:alpha val="10000"/>
          </a:schemeClr>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7433D9-FD02-59E2-0F81-A0B7201D2DA0}"/>
              </a:ext>
            </a:extLst>
          </p:cNvPr>
          <p:cNvSpPr>
            <a:spLocks noGrp="1"/>
          </p:cNvSpPr>
          <p:nvPr>
            <p:ph type="title" hasCustomPrompt="1"/>
          </p:nvPr>
        </p:nvSpPr>
        <p:spPr>
          <a:xfrm>
            <a:off x="400051" y="533401"/>
            <a:ext cx="2622110" cy="4940661"/>
          </a:xfrm>
        </p:spPr>
        <p:txBody>
          <a:bodyPr rtlCol="0" anchor="t">
            <a:normAutofit/>
          </a:bodyPr>
          <a:lstStyle>
            <a:lvl1pPr>
              <a:defRPr sz="21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8" name="コンテンツ プレースホルダー 7">
            <a:extLst>
              <a:ext uri="{FF2B5EF4-FFF2-40B4-BE49-F238E27FC236}">
                <a16:creationId xmlns:a16="http://schemas.microsoft.com/office/drawing/2014/main" id="{C6F072A2-EBC7-B7EA-DA98-BAC0AA46E7A4}"/>
              </a:ext>
            </a:extLst>
          </p:cNvPr>
          <p:cNvSpPr>
            <a:spLocks noGrp="1"/>
          </p:cNvSpPr>
          <p:nvPr>
            <p:ph sz="quarter" idx="13" hasCustomPrompt="1"/>
          </p:nvPr>
        </p:nvSpPr>
        <p:spPr>
          <a:xfrm>
            <a:off x="3539493" y="533401"/>
            <a:ext cx="5081777" cy="4940661"/>
          </a:xfrm>
        </p:spPr>
        <p:txBody>
          <a:bodyPr rtlCol="0">
            <a:normAutofit/>
          </a:bodyPr>
          <a:lstStyle>
            <a:lvl1pPr>
              <a:defRPr>
                <a:latin typeface="Meiryo UI" panose="020B0604030504040204" pitchFamily="34" charset="-128"/>
                <a:ea typeface="Meiryo UI" panose="020B0604030504040204" pitchFamily="34" charset="-128"/>
              </a:defRPr>
            </a:lvl1pPr>
            <a:lvl2pPr>
              <a:defRPr>
                <a:latin typeface="Meiryo UI" panose="020B0604030504040204" pitchFamily="34" charset="-128"/>
                <a:ea typeface="Meiryo UI" panose="020B0604030504040204" pitchFamily="34" charset="-128"/>
              </a:defRPr>
            </a:lvl2pPr>
            <a:lvl3pPr>
              <a:defRPr>
                <a:latin typeface="Meiryo UI" panose="020B0604030504040204" pitchFamily="34" charset="-128"/>
                <a:ea typeface="Meiryo UI" panose="020B0604030504040204" pitchFamily="34" charset="-128"/>
              </a:defRPr>
            </a:lvl3pPr>
            <a:lvl4pPr>
              <a:defRPr>
                <a:latin typeface="Meiryo UI" panose="020B0604030504040204" pitchFamily="34" charset="-128"/>
                <a:ea typeface="Meiryo UI" panose="020B0604030504040204" pitchFamily="34" charset="-128"/>
              </a:defRPr>
            </a:lvl4pPr>
            <a:lvl5pPr>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endParaRPr lang="en-US"/>
          </a:p>
        </p:txBody>
      </p:sp>
      <p:sp>
        <p:nvSpPr>
          <p:cNvPr id="5" name="フッター プレースホルダー 4">
            <a:extLst>
              <a:ext uri="{FF2B5EF4-FFF2-40B4-BE49-F238E27FC236}">
                <a16:creationId xmlns:a16="http://schemas.microsoft.com/office/drawing/2014/main" id="{B17E6B5E-6174-FD5C-41E8-FFC44C650D7E}"/>
              </a:ext>
            </a:extLst>
          </p:cNvPr>
          <p:cNvSpPr>
            <a:spLocks noGrp="1"/>
          </p:cNvSpPr>
          <p:nvPr>
            <p:ph type="ftr" sz="quarter" idx="11"/>
          </p:nvPr>
        </p:nvSpPr>
        <p:spPr>
          <a:xfrm>
            <a:off x="956566" y="6343956"/>
            <a:ext cx="2065595"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2025/11/24</a:t>
            </a:r>
          </a:p>
        </p:txBody>
      </p:sp>
      <p:sp>
        <p:nvSpPr>
          <p:cNvPr id="6" name="スライド番号プレースホルダー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grpSp>
        <p:nvGrpSpPr>
          <p:cNvPr id="14" name="グループ 13">
            <a:extLst>
              <a:ext uri="{FF2B5EF4-FFF2-40B4-BE49-F238E27FC236}">
                <a16:creationId xmlns:a16="http://schemas.microsoft.com/office/drawing/2014/main" id="{31BF2374-506D-855A-832A-074FACDA022B}"/>
              </a:ext>
            </a:extLst>
          </p:cNvPr>
          <p:cNvGrpSpPr/>
          <p:nvPr userDrawn="1"/>
        </p:nvGrpSpPr>
        <p:grpSpPr>
          <a:xfrm>
            <a:off x="114300" y="6324600"/>
            <a:ext cx="842265" cy="452960"/>
            <a:chOff x="2207201" y="-990600"/>
            <a:chExt cx="1500864" cy="605360"/>
          </a:xfrm>
          <a:solidFill>
            <a:schemeClr val="accent4">
              <a:lumMod val="40000"/>
              <a:lumOff val="60000"/>
            </a:schemeClr>
          </a:solidFill>
        </p:grpSpPr>
        <p:sp>
          <p:nvSpPr>
            <p:cNvPr id="15" name="フリーフォーム(F) 14">
              <a:extLst>
                <a:ext uri="{FF2B5EF4-FFF2-40B4-BE49-F238E27FC236}">
                  <a16:creationId xmlns:a16="http://schemas.microsoft.com/office/drawing/2014/main" id="{590C6E65-F323-DADE-86C9-FA25FD9E7AC9}"/>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16" name="円/楕円 15">
              <a:extLst>
                <a:ext uri="{FF2B5EF4-FFF2-40B4-BE49-F238E27FC236}">
                  <a16:creationId xmlns:a16="http://schemas.microsoft.com/office/drawing/2014/main" id="{BB559C2A-F4A2-E664-808D-AB1B0FBBA6D4}"/>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17" name="円/楕円 16">
              <a:extLst>
                <a:ext uri="{FF2B5EF4-FFF2-40B4-BE49-F238E27FC236}">
                  <a16:creationId xmlns:a16="http://schemas.microsoft.com/office/drawing/2014/main" id="{48B5E5B1-3C3A-5AFD-C526-30ADECC00454}"/>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Tree>
    <p:extLst>
      <p:ext uri="{BB962C8B-B14F-4D97-AF65-F5344CB8AC3E}">
        <p14:creationId xmlns:p14="http://schemas.microsoft.com/office/powerpoint/2010/main" val="18188884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コンテンツ 7">
    <p:bg>
      <p:bgPr>
        <a:solidFill>
          <a:schemeClr val="accent4">
            <a:alpha val="10000"/>
          </a:schemeClr>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7433D9-FD02-59E2-0F81-A0B7201D2DA0}"/>
              </a:ext>
            </a:extLst>
          </p:cNvPr>
          <p:cNvSpPr>
            <a:spLocks noGrp="1"/>
          </p:cNvSpPr>
          <p:nvPr>
            <p:ph type="title" hasCustomPrompt="1"/>
          </p:nvPr>
        </p:nvSpPr>
        <p:spPr>
          <a:xfrm>
            <a:off x="400051" y="533401"/>
            <a:ext cx="2618593" cy="2895600"/>
          </a:xfrm>
        </p:spPr>
        <p:txBody>
          <a:bodyPr rtlCol="0" anchor="t">
            <a:normAutofit/>
          </a:bodyPr>
          <a:lstStyle>
            <a:lvl1pPr>
              <a:defRPr sz="21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8" name="コンテンツ プレースホルダー 7">
            <a:extLst>
              <a:ext uri="{FF2B5EF4-FFF2-40B4-BE49-F238E27FC236}">
                <a16:creationId xmlns:a16="http://schemas.microsoft.com/office/drawing/2014/main" id="{8C71126E-AEFA-B45A-CD39-AC1315E03339}"/>
              </a:ext>
            </a:extLst>
          </p:cNvPr>
          <p:cNvSpPr>
            <a:spLocks noGrp="1"/>
          </p:cNvSpPr>
          <p:nvPr>
            <p:ph sz="quarter" idx="13" hasCustomPrompt="1"/>
          </p:nvPr>
        </p:nvSpPr>
        <p:spPr>
          <a:xfrm>
            <a:off x="3543009" y="545295"/>
            <a:ext cx="5200941" cy="5798660"/>
          </a:xfrm>
        </p:spPr>
        <p:txBody>
          <a:bodyPr rtlCol="0">
            <a:normAutofit/>
          </a:bodyPr>
          <a:lstStyle>
            <a:lvl1pPr>
              <a:defRPr>
                <a:latin typeface="Meiryo UI" panose="020B0604030504040204" pitchFamily="34" charset="-128"/>
                <a:ea typeface="Meiryo UI" panose="020B0604030504040204" pitchFamily="34" charset="-128"/>
              </a:defRPr>
            </a:lvl1pPr>
            <a:lvl2pPr>
              <a:defRPr>
                <a:latin typeface="Meiryo UI" panose="020B0604030504040204" pitchFamily="34" charset="-128"/>
                <a:ea typeface="Meiryo UI" panose="020B0604030504040204" pitchFamily="34" charset="-128"/>
              </a:defRPr>
            </a:lvl2pPr>
            <a:lvl3pPr>
              <a:defRPr>
                <a:latin typeface="Meiryo UI" panose="020B0604030504040204" pitchFamily="34" charset="-128"/>
                <a:ea typeface="Meiryo UI" panose="020B0604030504040204" pitchFamily="34" charset="-128"/>
              </a:defRPr>
            </a:lvl3pPr>
            <a:lvl4pPr>
              <a:defRPr>
                <a:latin typeface="Meiryo UI" panose="020B0604030504040204" pitchFamily="34" charset="-128"/>
                <a:ea typeface="Meiryo UI" panose="020B0604030504040204" pitchFamily="34" charset="-128"/>
              </a:defRPr>
            </a:lvl4pPr>
            <a:lvl5pPr>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endParaRPr lang="en-US"/>
          </a:p>
        </p:txBody>
      </p:sp>
      <p:sp>
        <p:nvSpPr>
          <p:cNvPr id="5" name="フッター プレースホルダー 4">
            <a:extLst>
              <a:ext uri="{FF2B5EF4-FFF2-40B4-BE49-F238E27FC236}">
                <a16:creationId xmlns:a16="http://schemas.microsoft.com/office/drawing/2014/main" id="{B17E6B5E-6174-FD5C-41E8-FFC44C650D7E}"/>
              </a:ext>
            </a:extLst>
          </p:cNvPr>
          <p:cNvSpPr>
            <a:spLocks noGrp="1"/>
          </p:cNvSpPr>
          <p:nvPr>
            <p:ph type="ftr" sz="quarter" idx="11"/>
          </p:nvPr>
        </p:nvSpPr>
        <p:spPr>
          <a:xfrm>
            <a:off x="963442" y="6343956"/>
            <a:ext cx="2053208"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2025/11/24</a:t>
            </a:r>
          </a:p>
        </p:txBody>
      </p:sp>
      <p:sp>
        <p:nvSpPr>
          <p:cNvPr id="6" name="スライド番号プレースホルダー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grpSp>
        <p:nvGrpSpPr>
          <p:cNvPr id="9" name="グループ 8">
            <a:extLst>
              <a:ext uri="{FF2B5EF4-FFF2-40B4-BE49-F238E27FC236}">
                <a16:creationId xmlns:a16="http://schemas.microsoft.com/office/drawing/2014/main" id="{6B5A8CDB-16A7-273D-4981-470B467D9948}"/>
              </a:ext>
            </a:extLst>
          </p:cNvPr>
          <p:cNvGrpSpPr/>
          <p:nvPr userDrawn="1"/>
        </p:nvGrpSpPr>
        <p:grpSpPr>
          <a:xfrm>
            <a:off x="114300" y="6324600"/>
            <a:ext cx="842265" cy="452960"/>
            <a:chOff x="2207201" y="-990600"/>
            <a:chExt cx="1500864" cy="605360"/>
          </a:xfrm>
          <a:solidFill>
            <a:schemeClr val="accent4">
              <a:lumMod val="40000"/>
              <a:lumOff val="60000"/>
            </a:schemeClr>
          </a:solidFill>
        </p:grpSpPr>
        <p:sp>
          <p:nvSpPr>
            <p:cNvPr id="10" name="フリーフォーム(F) 9">
              <a:extLst>
                <a:ext uri="{FF2B5EF4-FFF2-40B4-BE49-F238E27FC236}">
                  <a16:creationId xmlns:a16="http://schemas.microsoft.com/office/drawing/2014/main" id="{2E22F0C2-E1AE-EE25-FDAB-545FFE4BCA43}"/>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11" name="円/楕円 10">
              <a:extLst>
                <a:ext uri="{FF2B5EF4-FFF2-40B4-BE49-F238E27FC236}">
                  <a16:creationId xmlns:a16="http://schemas.microsoft.com/office/drawing/2014/main" id="{15BFDC7E-E2C6-0A9B-2A25-C1B6A4271333}"/>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12" name="円/楕円 11">
              <a:extLst>
                <a:ext uri="{FF2B5EF4-FFF2-40B4-BE49-F238E27FC236}">
                  <a16:creationId xmlns:a16="http://schemas.microsoft.com/office/drawing/2014/main" id="{CD9D56A1-D1F6-F239-3424-79DDB4C36D6A}"/>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Tree>
    <p:extLst>
      <p:ext uri="{BB962C8B-B14F-4D97-AF65-F5344CB8AC3E}">
        <p14:creationId xmlns:p14="http://schemas.microsoft.com/office/powerpoint/2010/main" val="9170323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画像付きコンテンツ">
    <p:bg>
      <p:bgPr>
        <a:solidFill>
          <a:schemeClr val="accent4">
            <a:alpha val="10000"/>
          </a:schemeClr>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F3BB49-A328-F121-7F27-DEB7C3CC2B0F}"/>
              </a:ext>
            </a:extLst>
          </p:cNvPr>
          <p:cNvSpPr>
            <a:spLocks noGrp="1"/>
          </p:cNvSpPr>
          <p:nvPr userDrawn="1">
            <p:ph type="title" hasCustomPrompt="1"/>
          </p:nvPr>
        </p:nvSpPr>
        <p:spPr>
          <a:xfrm>
            <a:off x="3867009" y="914400"/>
            <a:ext cx="4876942" cy="914804"/>
          </a:xfrm>
        </p:spPr>
        <p:txBody>
          <a:bodyPr rtlCol="0" anchor="b">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31" name="図プレースホルダー 10">
            <a:extLst>
              <a:ext uri="{FF2B5EF4-FFF2-40B4-BE49-F238E27FC236}">
                <a16:creationId xmlns:a16="http://schemas.microsoft.com/office/drawing/2014/main" id="{C82DF238-DDEC-9FC9-CC13-1BA826395F8D}"/>
              </a:ext>
            </a:extLst>
          </p:cNvPr>
          <p:cNvSpPr>
            <a:spLocks noGrp="1"/>
          </p:cNvSpPr>
          <p:nvPr>
            <p:ph type="pic" sz="quarter" idx="13" hasCustomPrompt="1"/>
          </p:nvPr>
        </p:nvSpPr>
        <p:spPr>
          <a:xfrm>
            <a:off x="114300" y="152400"/>
            <a:ext cx="3370358" cy="6556681"/>
          </a:xfrm>
          <a:blipFill dpi="0" rotWithShape="1">
            <a:blip r:embed="rId2">
              <a:alphaModFix amt="60000"/>
            </a:blip>
            <a:srcRect/>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sp>
        <p:nvSpPr>
          <p:cNvPr id="9" name="フッター プレースホルダー 8">
            <a:extLst>
              <a:ext uri="{FF2B5EF4-FFF2-40B4-BE49-F238E27FC236}">
                <a16:creationId xmlns:a16="http://schemas.microsoft.com/office/drawing/2014/main" id="{C65BFCB1-FAA8-D03A-3B62-DCB2CF1CA112}"/>
              </a:ext>
            </a:extLst>
          </p:cNvPr>
          <p:cNvSpPr>
            <a:spLocks noGrp="1"/>
          </p:cNvSpPr>
          <p:nvPr userDrawn="1">
            <p:ph type="ftr" sz="quarter" idx="16"/>
          </p:nvPr>
        </p:nvSpPr>
        <p:spPr>
          <a:xfrm>
            <a:off x="3867008" y="182330"/>
            <a:ext cx="2523677"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endParaRPr lang="en-US"/>
          </a:p>
        </p:txBody>
      </p:sp>
      <p:sp>
        <p:nvSpPr>
          <p:cNvPr id="4" name="日付プレースホルダー 3">
            <a:extLst>
              <a:ext uri="{FF2B5EF4-FFF2-40B4-BE49-F238E27FC236}">
                <a16:creationId xmlns:a16="http://schemas.microsoft.com/office/drawing/2014/main" id="{1E742B5C-5438-96A4-4A2A-AE939906F8A4}"/>
              </a:ext>
            </a:extLst>
          </p:cNvPr>
          <p:cNvSpPr>
            <a:spLocks noGrp="1"/>
          </p:cNvSpPr>
          <p:nvPr userDrawn="1">
            <p:ph type="dt" sz="half" idx="15"/>
          </p:nvPr>
        </p:nvSpPr>
        <p:spPr>
          <a:xfrm>
            <a:off x="6773035" y="182330"/>
            <a:ext cx="1545606" cy="365125"/>
          </a:xfrm>
        </p:spPr>
        <p:txBody>
          <a:bodyPr rtlCol="0"/>
          <a:lstStyle/>
          <a:p>
            <a:pPr rtl="0"/>
            <a:r>
              <a:rPr lang="en-US"/>
              <a:t>2025/11/24</a:t>
            </a:r>
          </a:p>
        </p:txBody>
      </p:sp>
      <p:sp>
        <p:nvSpPr>
          <p:cNvPr id="10" name="スライド番号プレースホルダー 9">
            <a:extLst>
              <a:ext uri="{FF2B5EF4-FFF2-40B4-BE49-F238E27FC236}">
                <a16:creationId xmlns:a16="http://schemas.microsoft.com/office/drawing/2014/main" id="{0A608994-46CD-AAE0-DCC4-A59D26254D84}"/>
              </a:ext>
            </a:extLst>
          </p:cNvPr>
          <p:cNvSpPr>
            <a:spLocks noGrp="1"/>
          </p:cNvSpPr>
          <p:nvPr userDrawn="1">
            <p:ph type="sldNum" sz="quarter" idx="17"/>
          </p:nvPr>
        </p:nvSpPr>
        <p:spPr>
          <a:xfrm>
            <a:off x="8360322" y="182330"/>
            <a:ext cx="383628" cy="365125"/>
          </a:xfrm>
        </p:spPr>
        <p:txBody>
          <a:bodyPr rtlCol="0"/>
          <a:lstStyle/>
          <a:p>
            <a:pPr rtl="0"/>
            <a:fld id="{AEAA3239-9EA4-4A65-A281-97F994456D9F}" type="slidenum">
              <a:rPr lang="en-US" smtClean="0"/>
              <a:t>‹#›</a:t>
            </a:fld>
            <a:endParaRPr lang="en-US"/>
          </a:p>
        </p:txBody>
      </p:sp>
      <p:sp>
        <p:nvSpPr>
          <p:cNvPr id="8" name="コンテンツ プレースホルダー 7">
            <a:extLst>
              <a:ext uri="{FF2B5EF4-FFF2-40B4-BE49-F238E27FC236}">
                <a16:creationId xmlns:a16="http://schemas.microsoft.com/office/drawing/2014/main" id="{818B74D6-CD72-B859-C229-60DB988B25E3}"/>
              </a:ext>
            </a:extLst>
          </p:cNvPr>
          <p:cNvSpPr>
            <a:spLocks noGrp="1"/>
          </p:cNvSpPr>
          <p:nvPr userDrawn="1">
            <p:ph sz="quarter" idx="14" hasCustomPrompt="1"/>
          </p:nvPr>
        </p:nvSpPr>
        <p:spPr>
          <a:xfrm>
            <a:off x="3868026" y="1978488"/>
            <a:ext cx="4875924" cy="3030683"/>
          </a:xfrm>
        </p:spPr>
        <p:txBody>
          <a:bodyPr rtlCol="0">
            <a:normAutofit/>
          </a:bodyPr>
          <a:lstStyle>
            <a:lvl1pPr>
              <a:defRPr>
                <a:latin typeface="Meiryo UI" panose="020B0604030504040204" pitchFamily="34" charset="-128"/>
                <a:ea typeface="Meiryo UI" panose="020B0604030504040204" pitchFamily="34" charset="-128"/>
              </a:defRPr>
            </a:lvl1pPr>
            <a:lvl2pPr>
              <a:defRPr>
                <a:latin typeface="Meiryo UI" panose="020B0604030504040204" pitchFamily="34" charset="-128"/>
                <a:ea typeface="Meiryo UI" panose="020B0604030504040204" pitchFamily="34" charset="-128"/>
              </a:defRPr>
            </a:lvl2pPr>
            <a:lvl3pPr>
              <a:defRPr>
                <a:latin typeface="Meiryo UI" panose="020B0604030504040204" pitchFamily="34" charset="-128"/>
                <a:ea typeface="Meiryo UI" panose="020B0604030504040204" pitchFamily="34" charset="-128"/>
              </a:defRPr>
            </a:lvl3pPr>
            <a:lvl4pPr>
              <a:defRPr>
                <a:latin typeface="Meiryo UI" panose="020B0604030504040204" pitchFamily="34" charset="-128"/>
                <a:ea typeface="Meiryo UI" panose="020B0604030504040204" pitchFamily="34" charset="-128"/>
              </a:defRPr>
            </a:lvl4pPr>
            <a:lvl5pPr>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endParaRPr lang="en-US"/>
          </a:p>
        </p:txBody>
      </p:sp>
      <p:grpSp>
        <p:nvGrpSpPr>
          <p:cNvPr id="32" name="グループ 31">
            <a:extLst>
              <a:ext uri="{FF2B5EF4-FFF2-40B4-BE49-F238E27FC236}">
                <a16:creationId xmlns:a16="http://schemas.microsoft.com/office/drawing/2014/main" id="{44868B88-9755-25E1-E039-0921FD90C285}"/>
              </a:ext>
            </a:extLst>
          </p:cNvPr>
          <p:cNvGrpSpPr/>
          <p:nvPr userDrawn="1"/>
        </p:nvGrpSpPr>
        <p:grpSpPr>
          <a:xfrm flipH="1">
            <a:off x="8187435" y="6324600"/>
            <a:ext cx="842265" cy="452960"/>
            <a:chOff x="2207201" y="-990600"/>
            <a:chExt cx="1500864" cy="605360"/>
          </a:xfrm>
          <a:solidFill>
            <a:schemeClr val="accent4">
              <a:lumMod val="40000"/>
              <a:lumOff val="60000"/>
            </a:schemeClr>
          </a:solidFill>
        </p:grpSpPr>
        <p:sp>
          <p:nvSpPr>
            <p:cNvPr id="33" name="フリーフォーム(F) 32">
              <a:extLst>
                <a:ext uri="{FF2B5EF4-FFF2-40B4-BE49-F238E27FC236}">
                  <a16:creationId xmlns:a16="http://schemas.microsoft.com/office/drawing/2014/main" id="{A65156E2-C456-88AF-2992-FB7677966382}"/>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34" name="円/楕円 33">
              <a:extLst>
                <a:ext uri="{FF2B5EF4-FFF2-40B4-BE49-F238E27FC236}">
                  <a16:creationId xmlns:a16="http://schemas.microsoft.com/office/drawing/2014/main" id="{0044C1F1-EB40-AFC0-8C3C-C1453E7F6BE9}"/>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35" name="円/楕円 34">
              <a:extLst>
                <a:ext uri="{FF2B5EF4-FFF2-40B4-BE49-F238E27FC236}">
                  <a16:creationId xmlns:a16="http://schemas.microsoft.com/office/drawing/2014/main" id="{B1B9D327-1CC3-249B-0953-B03A7BB8CDCA}"/>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Tree>
    <p:extLst>
      <p:ext uri="{BB962C8B-B14F-4D97-AF65-F5344CB8AC3E}">
        <p14:creationId xmlns:p14="http://schemas.microsoft.com/office/powerpoint/2010/main" val="31912810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画像付きコンテンツ 2">
    <p:bg>
      <p:bgPr>
        <a:solidFill>
          <a:schemeClr val="accent4">
            <a:alpha val="10000"/>
          </a:schemeClr>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F3BB49-A328-F121-7F27-DEB7C3CC2B0F}"/>
              </a:ext>
            </a:extLst>
          </p:cNvPr>
          <p:cNvSpPr>
            <a:spLocks noGrp="1"/>
          </p:cNvSpPr>
          <p:nvPr userDrawn="1">
            <p:ph type="title" hasCustomPrompt="1"/>
          </p:nvPr>
        </p:nvSpPr>
        <p:spPr>
          <a:xfrm>
            <a:off x="400051" y="914401"/>
            <a:ext cx="4820054" cy="911919"/>
          </a:xfrm>
        </p:spPr>
        <p:txBody>
          <a:bodyPr rtlCol="0" anchor="b">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10" name="フッター プレースホルダー 9">
            <a:extLst>
              <a:ext uri="{FF2B5EF4-FFF2-40B4-BE49-F238E27FC236}">
                <a16:creationId xmlns:a16="http://schemas.microsoft.com/office/drawing/2014/main" id="{4515DEC4-C967-ABFB-73CF-0A90335332A4}"/>
              </a:ext>
            </a:extLst>
          </p:cNvPr>
          <p:cNvSpPr>
            <a:spLocks noGrp="1"/>
          </p:cNvSpPr>
          <p:nvPr userDrawn="1">
            <p:ph type="ftr" sz="quarter" idx="16"/>
          </p:nvPr>
        </p:nvSpPr>
        <p:spPr>
          <a:xfrm>
            <a:off x="394184" y="152401"/>
            <a:ext cx="2169451"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endParaRPr lang="en-US"/>
          </a:p>
        </p:txBody>
      </p:sp>
      <p:sp>
        <p:nvSpPr>
          <p:cNvPr id="9" name="日付プレースホルダー 8">
            <a:extLst>
              <a:ext uri="{FF2B5EF4-FFF2-40B4-BE49-F238E27FC236}">
                <a16:creationId xmlns:a16="http://schemas.microsoft.com/office/drawing/2014/main" id="{81177663-FC76-DF36-EEB7-5BE4C6C82F3A}"/>
              </a:ext>
            </a:extLst>
          </p:cNvPr>
          <p:cNvSpPr>
            <a:spLocks noGrp="1"/>
          </p:cNvSpPr>
          <p:nvPr userDrawn="1">
            <p:ph type="dt" sz="half" idx="15"/>
          </p:nvPr>
        </p:nvSpPr>
        <p:spPr>
          <a:xfrm>
            <a:off x="3665171" y="152401"/>
            <a:ext cx="1205453" cy="365125"/>
          </a:xfrm>
        </p:spPr>
        <p:txBody>
          <a:bodyPr rtlCol="0"/>
          <a:lstStyle/>
          <a:p>
            <a:pPr rtl="0"/>
            <a:r>
              <a:rPr lang="en-US"/>
              <a:t>2025/11/24</a:t>
            </a:r>
          </a:p>
        </p:txBody>
      </p:sp>
      <p:sp>
        <p:nvSpPr>
          <p:cNvPr id="12" name="スライド番号プレースホルダー 11">
            <a:extLst>
              <a:ext uri="{FF2B5EF4-FFF2-40B4-BE49-F238E27FC236}">
                <a16:creationId xmlns:a16="http://schemas.microsoft.com/office/drawing/2014/main" id="{A5A5085F-BE80-B110-AA1F-9DD0919E27D7}"/>
              </a:ext>
            </a:extLst>
          </p:cNvPr>
          <p:cNvSpPr>
            <a:spLocks noGrp="1"/>
          </p:cNvSpPr>
          <p:nvPr userDrawn="1">
            <p:ph type="sldNum" sz="quarter" idx="17"/>
          </p:nvPr>
        </p:nvSpPr>
        <p:spPr>
          <a:xfrm>
            <a:off x="4898200" y="152401"/>
            <a:ext cx="321905" cy="365125"/>
          </a:xfrm>
        </p:spPr>
        <p:txBody>
          <a:bodyPr rtlCol="0"/>
          <a:lstStyle/>
          <a:p>
            <a:pPr rtl="0"/>
            <a:fld id="{AEAA3239-9EA4-4A65-A281-97F994456D9F}" type="slidenum">
              <a:rPr lang="en-US" smtClean="0"/>
              <a:t>‹#›</a:t>
            </a:fld>
            <a:endParaRPr lang="en-US"/>
          </a:p>
        </p:txBody>
      </p:sp>
      <p:sp>
        <p:nvSpPr>
          <p:cNvPr id="8" name="コンテンツ プレースホルダー 7">
            <a:extLst>
              <a:ext uri="{FF2B5EF4-FFF2-40B4-BE49-F238E27FC236}">
                <a16:creationId xmlns:a16="http://schemas.microsoft.com/office/drawing/2014/main" id="{07755DB3-9272-8E5E-039F-AC14A2C07898}"/>
              </a:ext>
            </a:extLst>
          </p:cNvPr>
          <p:cNvSpPr>
            <a:spLocks noGrp="1"/>
          </p:cNvSpPr>
          <p:nvPr userDrawn="1">
            <p:ph sz="quarter" idx="14" hasCustomPrompt="1"/>
          </p:nvPr>
        </p:nvSpPr>
        <p:spPr>
          <a:xfrm>
            <a:off x="400147" y="1975106"/>
            <a:ext cx="4813994" cy="3007021"/>
          </a:xfrm>
        </p:spPr>
        <p:txBody>
          <a:bodyPr rtlCol="0">
            <a:normAutofit/>
          </a:bodyPr>
          <a:lstStyle>
            <a:lvl1pPr>
              <a:defRPr>
                <a:latin typeface="Meiryo UI" panose="020B0604030504040204" pitchFamily="34" charset="-128"/>
                <a:ea typeface="Meiryo UI" panose="020B0604030504040204" pitchFamily="34" charset="-128"/>
              </a:defRPr>
            </a:lvl1pPr>
            <a:lvl2pPr>
              <a:defRPr>
                <a:latin typeface="Meiryo UI" panose="020B0604030504040204" pitchFamily="34" charset="-128"/>
                <a:ea typeface="Meiryo UI" panose="020B0604030504040204" pitchFamily="34" charset="-128"/>
              </a:defRPr>
            </a:lvl2pPr>
            <a:lvl3pPr>
              <a:defRPr>
                <a:latin typeface="Meiryo UI" panose="020B0604030504040204" pitchFamily="34" charset="-128"/>
                <a:ea typeface="Meiryo UI" panose="020B0604030504040204" pitchFamily="34" charset="-128"/>
              </a:defRPr>
            </a:lvl3pPr>
            <a:lvl4pPr>
              <a:defRPr>
                <a:latin typeface="Meiryo UI" panose="020B0604030504040204" pitchFamily="34" charset="-128"/>
                <a:ea typeface="Meiryo UI" panose="020B0604030504040204" pitchFamily="34" charset="-128"/>
              </a:defRPr>
            </a:lvl4pPr>
            <a:lvl5pPr>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18" name="図プレースホルダー 10">
            <a:extLst>
              <a:ext uri="{FF2B5EF4-FFF2-40B4-BE49-F238E27FC236}">
                <a16:creationId xmlns:a16="http://schemas.microsoft.com/office/drawing/2014/main" id="{F9718B75-2244-295D-B099-AD86B10AC77D}"/>
              </a:ext>
            </a:extLst>
          </p:cNvPr>
          <p:cNvSpPr>
            <a:spLocks noGrp="1"/>
          </p:cNvSpPr>
          <p:nvPr>
            <p:ph type="pic" sz="quarter" idx="13" hasCustomPrompt="1"/>
          </p:nvPr>
        </p:nvSpPr>
        <p:spPr>
          <a:xfrm>
            <a:off x="5659342" y="152400"/>
            <a:ext cx="3370358" cy="6556681"/>
          </a:xfrm>
          <a:blipFill dpi="0" rotWithShape="1">
            <a:blip r:embed="rId2">
              <a:alphaModFix amt="60000"/>
            </a:blip>
            <a:srcRect/>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grpSp>
        <p:nvGrpSpPr>
          <p:cNvPr id="19" name="グループ 18">
            <a:extLst>
              <a:ext uri="{FF2B5EF4-FFF2-40B4-BE49-F238E27FC236}">
                <a16:creationId xmlns:a16="http://schemas.microsoft.com/office/drawing/2014/main" id="{13F2C6E6-3D54-7D38-EDEB-E5EE273DAE44}"/>
              </a:ext>
            </a:extLst>
          </p:cNvPr>
          <p:cNvGrpSpPr/>
          <p:nvPr userDrawn="1"/>
        </p:nvGrpSpPr>
        <p:grpSpPr>
          <a:xfrm>
            <a:off x="114300" y="6324600"/>
            <a:ext cx="842265" cy="452960"/>
            <a:chOff x="2207201" y="-990600"/>
            <a:chExt cx="1500864" cy="605360"/>
          </a:xfrm>
          <a:solidFill>
            <a:schemeClr val="accent4">
              <a:lumMod val="40000"/>
              <a:lumOff val="60000"/>
            </a:schemeClr>
          </a:solidFill>
        </p:grpSpPr>
        <p:sp>
          <p:nvSpPr>
            <p:cNvPr id="20" name="フリーフォーム(F) 19">
              <a:extLst>
                <a:ext uri="{FF2B5EF4-FFF2-40B4-BE49-F238E27FC236}">
                  <a16:creationId xmlns:a16="http://schemas.microsoft.com/office/drawing/2014/main" id="{BAFD9A45-3E86-BF62-5663-0C530EE9CC8A}"/>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21" name="円/楕円 20">
              <a:extLst>
                <a:ext uri="{FF2B5EF4-FFF2-40B4-BE49-F238E27FC236}">
                  <a16:creationId xmlns:a16="http://schemas.microsoft.com/office/drawing/2014/main" id="{CB6B511D-542C-AE3A-C367-072C736719FD}"/>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22" name="円/楕円 21">
              <a:extLst>
                <a:ext uri="{FF2B5EF4-FFF2-40B4-BE49-F238E27FC236}">
                  <a16:creationId xmlns:a16="http://schemas.microsoft.com/office/drawing/2014/main" id="{46588502-08BF-DA35-C936-9BC128FD158C}"/>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Tree>
    <p:extLst>
      <p:ext uri="{BB962C8B-B14F-4D97-AF65-F5344CB8AC3E}">
        <p14:creationId xmlns:p14="http://schemas.microsoft.com/office/powerpoint/2010/main" val="4416074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画像付きコンテンツ 3">
    <p:bg>
      <p:bgPr>
        <a:solidFill>
          <a:schemeClr val="accent4">
            <a:alpha val="10000"/>
          </a:schemeClr>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F3BB49-A328-F121-7F27-DEB7C3CC2B0F}"/>
              </a:ext>
            </a:extLst>
          </p:cNvPr>
          <p:cNvSpPr>
            <a:spLocks noGrp="1"/>
          </p:cNvSpPr>
          <p:nvPr>
            <p:ph type="title" hasCustomPrompt="1"/>
          </p:nvPr>
        </p:nvSpPr>
        <p:spPr>
          <a:xfrm>
            <a:off x="3474126" y="555536"/>
            <a:ext cx="5269824" cy="932688"/>
          </a:xfrm>
        </p:spPr>
        <p:txBody>
          <a:bodyPr rtlCol="0" anchor="t">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11" name="図プレースホルダー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 y="152400"/>
            <a:ext cx="2903220" cy="6556681"/>
          </a:xfrm>
          <a:blipFill dpi="0" rotWithShape="1">
            <a:blip r:embed="rId2">
              <a:alphaModFix amt="60000"/>
            </a:blip>
            <a:srcRect/>
            <a:stretch>
              <a:fillRect l="-8307" r="-8307"/>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sp>
        <p:nvSpPr>
          <p:cNvPr id="4" name="フッター プレースホルダー 3">
            <a:extLst>
              <a:ext uri="{FF2B5EF4-FFF2-40B4-BE49-F238E27FC236}">
                <a16:creationId xmlns:a16="http://schemas.microsoft.com/office/drawing/2014/main" id="{5446E4B5-B423-4137-0255-D68BAC85BE95}"/>
              </a:ext>
            </a:extLst>
          </p:cNvPr>
          <p:cNvSpPr>
            <a:spLocks noGrp="1"/>
          </p:cNvSpPr>
          <p:nvPr>
            <p:ph type="ftr" sz="quarter" idx="16"/>
          </p:nvPr>
        </p:nvSpPr>
        <p:spPr>
          <a:xfrm>
            <a:off x="3474126" y="152401"/>
            <a:ext cx="2567180"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endParaRPr lang="en-US"/>
          </a:p>
        </p:txBody>
      </p:sp>
      <p:sp>
        <p:nvSpPr>
          <p:cNvPr id="3" name="日付プレースホルダー 2">
            <a:extLst>
              <a:ext uri="{FF2B5EF4-FFF2-40B4-BE49-F238E27FC236}">
                <a16:creationId xmlns:a16="http://schemas.microsoft.com/office/drawing/2014/main" id="{F0BFB53A-8FDF-F131-DCF2-D7BECE95381F}"/>
              </a:ext>
            </a:extLst>
          </p:cNvPr>
          <p:cNvSpPr>
            <a:spLocks noGrp="1"/>
          </p:cNvSpPr>
          <p:nvPr>
            <p:ph type="dt" sz="half" idx="15"/>
          </p:nvPr>
        </p:nvSpPr>
        <p:spPr>
          <a:xfrm>
            <a:off x="6709275" y="152401"/>
            <a:ext cx="1613155" cy="365125"/>
          </a:xfrm>
        </p:spPr>
        <p:txBody>
          <a:bodyPr rtlCol="0"/>
          <a:lstStyle/>
          <a:p>
            <a:pPr rtl="0"/>
            <a:r>
              <a:rPr lang="en-US"/>
              <a:t>2025/11/24</a:t>
            </a:r>
          </a:p>
        </p:txBody>
      </p:sp>
      <p:sp>
        <p:nvSpPr>
          <p:cNvPr id="9" name="スライド番号プレースホルダー 8">
            <a:extLst>
              <a:ext uri="{FF2B5EF4-FFF2-40B4-BE49-F238E27FC236}">
                <a16:creationId xmlns:a16="http://schemas.microsoft.com/office/drawing/2014/main" id="{79FEC5A8-0DCB-9EEB-83E2-0411804C543D}"/>
              </a:ext>
            </a:extLst>
          </p:cNvPr>
          <p:cNvSpPr>
            <a:spLocks noGrp="1"/>
          </p:cNvSpPr>
          <p:nvPr>
            <p:ph type="sldNum" sz="quarter" idx="17"/>
          </p:nvPr>
        </p:nvSpPr>
        <p:spPr>
          <a:xfrm>
            <a:off x="8360322" y="152401"/>
            <a:ext cx="383628" cy="365125"/>
          </a:xfrm>
        </p:spPr>
        <p:txBody>
          <a:bodyPr rtlCol="0"/>
          <a:lstStyle/>
          <a:p>
            <a:pPr rtl="0"/>
            <a:fld id="{AEAA3239-9EA4-4A65-A281-97F994456D9F}" type="slidenum">
              <a:rPr lang="en-US" smtClean="0"/>
              <a:t>‹#›</a:t>
            </a:fld>
            <a:endParaRPr lang="en-US"/>
          </a:p>
        </p:txBody>
      </p:sp>
      <p:sp>
        <p:nvSpPr>
          <p:cNvPr id="8" name="コンテンツ プレースホルダー 7">
            <a:extLst>
              <a:ext uri="{FF2B5EF4-FFF2-40B4-BE49-F238E27FC236}">
                <a16:creationId xmlns:a16="http://schemas.microsoft.com/office/drawing/2014/main" id="{818B74D6-CD72-B859-C229-60DB988B25E3}"/>
              </a:ext>
            </a:extLst>
          </p:cNvPr>
          <p:cNvSpPr>
            <a:spLocks noGrp="1"/>
          </p:cNvSpPr>
          <p:nvPr>
            <p:ph sz="quarter" idx="14" hasCustomPrompt="1"/>
          </p:nvPr>
        </p:nvSpPr>
        <p:spPr>
          <a:xfrm>
            <a:off x="3474126" y="1627633"/>
            <a:ext cx="5269824" cy="3692589"/>
          </a:xfrm>
        </p:spPr>
        <p:txBody>
          <a:bodyPr rtlCol="0">
            <a:normAutofit/>
          </a:bodyPr>
          <a:lstStyle>
            <a:lvl1pPr>
              <a:defRPr>
                <a:latin typeface="Meiryo UI" panose="020B0604030504040204" pitchFamily="34" charset="-128"/>
                <a:ea typeface="Meiryo UI" panose="020B0604030504040204" pitchFamily="34" charset="-128"/>
              </a:defRPr>
            </a:lvl1pPr>
            <a:lvl2pPr>
              <a:defRPr>
                <a:latin typeface="Meiryo UI" panose="020B0604030504040204" pitchFamily="34" charset="-128"/>
                <a:ea typeface="Meiryo UI" panose="020B0604030504040204" pitchFamily="34" charset="-128"/>
              </a:defRPr>
            </a:lvl2pPr>
            <a:lvl3pPr>
              <a:defRPr>
                <a:latin typeface="Meiryo UI" panose="020B0604030504040204" pitchFamily="34" charset="-128"/>
                <a:ea typeface="Meiryo UI" panose="020B0604030504040204" pitchFamily="34" charset="-128"/>
              </a:defRPr>
            </a:lvl3pPr>
            <a:lvl4pPr>
              <a:defRPr>
                <a:latin typeface="Meiryo UI" panose="020B0604030504040204" pitchFamily="34" charset="-128"/>
                <a:ea typeface="Meiryo UI" panose="020B0604030504040204" pitchFamily="34" charset="-128"/>
              </a:defRPr>
            </a:lvl4pPr>
            <a:lvl5pPr>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endParaRPr lang="en-US"/>
          </a:p>
        </p:txBody>
      </p:sp>
      <p:grpSp>
        <p:nvGrpSpPr>
          <p:cNvPr id="12" name="グループ 11">
            <a:extLst>
              <a:ext uri="{FF2B5EF4-FFF2-40B4-BE49-F238E27FC236}">
                <a16:creationId xmlns:a16="http://schemas.microsoft.com/office/drawing/2014/main" id="{F6651F56-0428-E9E3-E29D-2D1C9892CC5E}"/>
              </a:ext>
            </a:extLst>
          </p:cNvPr>
          <p:cNvGrpSpPr/>
          <p:nvPr userDrawn="1"/>
        </p:nvGrpSpPr>
        <p:grpSpPr>
          <a:xfrm flipH="1">
            <a:off x="8187435" y="6324600"/>
            <a:ext cx="842265" cy="452960"/>
            <a:chOff x="2207201" y="-990600"/>
            <a:chExt cx="1500864" cy="605360"/>
          </a:xfrm>
          <a:solidFill>
            <a:schemeClr val="accent4">
              <a:lumMod val="40000"/>
              <a:lumOff val="60000"/>
            </a:schemeClr>
          </a:solidFill>
        </p:grpSpPr>
        <p:sp>
          <p:nvSpPr>
            <p:cNvPr id="13" name="フリーフォーム(F) 12">
              <a:extLst>
                <a:ext uri="{FF2B5EF4-FFF2-40B4-BE49-F238E27FC236}">
                  <a16:creationId xmlns:a16="http://schemas.microsoft.com/office/drawing/2014/main" id="{67987B20-ED21-510A-3235-2EC20D4A49A8}"/>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14" name="円/楕円 13">
              <a:extLst>
                <a:ext uri="{FF2B5EF4-FFF2-40B4-BE49-F238E27FC236}">
                  <a16:creationId xmlns:a16="http://schemas.microsoft.com/office/drawing/2014/main" id="{897BF58C-338B-6C9A-B23C-C647AE1992EF}"/>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15" name="円/楕円 14">
              <a:extLst>
                <a:ext uri="{FF2B5EF4-FFF2-40B4-BE49-F238E27FC236}">
                  <a16:creationId xmlns:a16="http://schemas.microsoft.com/office/drawing/2014/main" id="{C495E5F3-0651-6FEC-D3E3-DE0070C30C73}"/>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Tree>
    <p:extLst>
      <p:ext uri="{BB962C8B-B14F-4D97-AF65-F5344CB8AC3E}">
        <p14:creationId xmlns:p14="http://schemas.microsoft.com/office/powerpoint/2010/main" val="20787985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画像付きコンテンツ 4">
    <p:bg>
      <p:bgPr>
        <a:solidFill>
          <a:schemeClr val="accent4">
            <a:alpha val="10000"/>
          </a:schemeClr>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F3BB49-A328-F121-7F27-DEB7C3CC2B0F}"/>
              </a:ext>
            </a:extLst>
          </p:cNvPr>
          <p:cNvSpPr>
            <a:spLocks noGrp="1"/>
          </p:cNvSpPr>
          <p:nvPr>
            <p:ph type="title" hasCustomPrompt="1"/>
          </p:nvPr>
        </p:nvSpPr>
        <p:spPr>
          <a:xfrm>
            <a:off x="400051" y="533400"/>
            <a:ext cx="5202935" cy="951766"/>
          </a:xfrm>
        </p:spPr>
        <p:txBody>
          <a:bodyPr rtlCol="0" anchor="t">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9" name="フッター プレースホルダー 8">
            <a:extLst>
              <a:ext uri="{FF2B5EF4-FFF2-40B4-BE49-F238E27FC236}">
                <a16:creationId xmlns:a16="http://schemas.microsoft.com/office/drawing/2014/main" id="{820916D3-99FA-E971-607F-14E290E58854}"/>
              </a:ext>
            </a:extLst>
          </p:cNvPr>
          <p:cNvSpPr>
            <a:spLocks noGrp="1"/>
          </p:cNvSpPr>
          <p:nvPr>
            <p:ph type="ftr" sz="quarter" idx="16"/>
          </p:nvPr>
        </p:nvSpPr>
        <p:spPr>
          <a:xfrm>
            <a:off x="400050" y="152401"/>
            <a:ext cx="2163490"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endParaRPr lang="en-US"/>
          </a:p>
        </p:txBody>
      </p:sp>
      <p:sp>
        <p:nvSpPr>
          <p:cNvPr id="4" name="日付プレースホルダー 3">
            <a:extLst>
              <a:ext uri="{FF2B5EF4-FFF2-40B4-BE49-F238E27FC236}">
                <a16:creationId xmlns:a16="http://schemas.microsoft.com/office/drawing/2014/main" id="{9F3CAD5B-18BB-E21E-3A4C-7BAACB8519A4}"/>
              </a:ext>
            </a:extLst>
          </p:cNvPr>
          <p:cNvSpPr>
            <a:spLocks noGrp="1"/>
          </p:cNvSpPr>
          <p:nvPr>
            <p:ph type="dt" sz="half" idx="15"/>
          </p:nvPr>
        </p:nvSpPr>
        <p:spPr>
          <a:xfrm>
            <a:off x="3086890" y="152401"/>
            <a:ext cx="2194190" cy="365125"/>
          </a:xfrm>
        </p:spPr>
        <p:txBody>
          <a:bodyPr rtlCol="0"/>
          <a:lstStyle/>
          <a:p>
            <a:pPr rtl="0"/>
            <a:r>
              <a:rPr lang="en-US"/>
              <a:t>2025/11/24</a:t>
            </a:r>
          </a:p>
        </p:txBody>
      </p:sp>
      <p:sp>
        <p:nvSpPr>
          <p:cNvPr id="10" name="スライド番号プレースホルダー 9">
            <a:extLst>
              <a:ext uri="{FF2B5EF4-FFF2-40B4-BE49-F238E27FC236}">
                <a16:creationId xmlns:a16="http://schemas.microsoft.com/office/drawing/2014/main" id="{BBDEAB8E-8806-A459-E320-4CA2B455BFD7}"/>
              </a:ext>
            </a:extLst>
          </p:cNvPr>
          <p:cNvSpPr>
            <a:spLocks noGrp="1"/>
          </p:cNvSpPr>
          <p:nvPr>
            <p:ph type="sldNum" sz="quarter" idx="17"/>
          </p:nvPr>
        </p:nvSpPr>
        <p:spPr>
          <a:xfrm>
            <a:off x="5281081" y="152401"/>
            <a:ext cx="321905" cy="365125"/>
          </a:xfrm>
        </p:spPr>
        <p:txBody>
          <a:bodyPr rtlCol="0"/>
          <a:lstStyle/>
          <a:p>
            <a:pPr rtl="0"/>
            <a:fld id="{AEAA3239-9EA4-4A65-A281-97F994456D9F}" type="slidenum">
              <a:rPr lang="en-US" smtClean="0"/>
              <a:t>‹#›</a:t>
            </a:fld>
            <a:endParaRPr lang="en-US"/>
          </a:p>
        </p:txBody>
      </p:sp>
      <p:sp>
        <p:nvSpPr>
          <p:cNvPr id="8" name="コンテンツ プレースホルダー 7">
            <a:extLst>
              <a:ext uri="{FF2B5EF4-FFF2-40B4-BE49-F238E27FC236}">
                <a16:creationId xmlns:a16="http://schemas.microsoft.com/office/drawing/2014/main" id="{07755DB3-9272-8E5E-039F-AC14A2C07898}"/>
              </a:ext>
            </a:extLst>
          </p:cNvPr>
          <p:cNvSpPr>
            <a:spLocks noGrp="1"/>
          </p:cNvSpPr>
          <p:nvPr>
            <p:ph sz="quarter" idx="14" hasCustomPrompt="1"/>
          </p:nvPr>
        </p:nvSpPr>
        <p:spPr>
          <a:xfrm>
            <a:off x="400051" y="1627632"/>
            <a:ext cx="5202935" cy="3695647"/>
          </a:xfrm>
        </p:spPr>
        <p:txBody>
          <a:bodyPr rtlCol="0">
            <a:normAutofit/>
          </a:bodyPr>
          <a:lstStyle>
            <a:lvl1pPr>
              <a:defRPr>
                <a:latin typeface="Meiryo UI" panose="020B0604030504040204" pitchFamily="34" charset="-128"/>
                <a:ea typeface="Meiryo UI" panose="020B0604030504040204" pitchFamily="34" charset="-128"/>
              </a:defRPr>
            </a:lvl1pPr>
            <a:lvl2pPr>
              <a:defRPr>
                <a:latin typeface="Meiryo UI" panose="020B0604030504040204" pitchFamily="34" charset="-128"/>
                <a:ea typeface="Meiryo UI" panose="020B0604030504040204" pitchFamily="34" charset="-128"/>
              </a:defRPr>
            </a:lvl2pPr>
            <a:lvl3pPr>
              <a:defRPr>
                <a:latin typeface="Meiryo UI" panose="020B0604030504040204" pitchFamily="34" charset="-128"/>
                <a:ea typeface="Meiryo UI" panose="020B0604030504040204" pitchFamily="34" charset="-128"/>
              </a:defRPr>
            </a:lvl3pPr>
            <a:lvl4pPr>
              <a:defRPr>
                <a:latin typeface="Meiryo UI" panose="020B0604030504040204" pitchFamily="34" charset="-128"/>
                <a:ea typeface="Meiryo UI" panose="020B0604030504040204" pitchFamily="34" charset="-128"/>
              </a:defRPr>
            </a:lvl4pPr>
            <a:lvl5pPr>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endParaRPr lang="en-US"/>
          </a:p>
        </p:txBody>
      </p:sp>
      <p:sp>
        <p:nvSpPr>
          <p:cNvPr id="11" name="図プレースホルダー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68800" y="152400"/>
            <a:ext cx="2960901" cy="6553200"/>
          </a:xfrm>
          <a:blipFill dpi="0" rotWithShape="1">
            <a:blip r:embed="rId2">
              <a:alphaModFix amt="60000"/>
            </a:blip>
            <a:srcRect/>
            <a:stretch>
              <a:fillRect l="-7141" r="-7141"/>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grpSp>
        <p:nvGrpSpPr>
          <p:cNvPr id="3" name="グループ 2">
            <a:extLst>
              <a:ext uri="{FF2B5EF4-FFF2-40B4-BE49-F238E27FC236}">
                <a16:creationId xmlns:a16="http://schemas.microsoft.com/office/drawing/2014/main" id="{40E9842E-5272-9733-6CC4-02E9C7D3ACCC}"/>
              </a:ext>
            </a:extLst>
          </p:cNvPr>
          <p:cNvGrpSpPr/>
          <p:nvPr userDrawn="1"/>
        </p:nvGrpSpPr>
        <p:grpSpPr>
          <a:xfrm>
            <a:off x="114300" y="6324600"/>
            <a:ext cx="842265" cy="452960"/>
            <a:chOff x="2207201" y="-990600"/>
            <a:chExt cx="1500864" cy="605360"/>
          </a:xfrm>
          <a:solidFill>
            <a:schemeClr val="accent4">
              <a:lumMod val="40000"/>
              <a:lumOff val="60000"/>
            </a:schemeClr>
          </a:solidFill>
        </p:grpSpPr>
        <p:sp>
          <p:nvSpPr>
            <p:cNvPr id="5" name="フリーフォーム(F) 4">
              <a:extLst>
                <a:ext uri="{FF2B5EF4-FFF2-40B4-BE49-F238E27FC236}">
                  <a16:creationId xmlns:a16="http://schemas.microsoft.com/office/drawing/2014/main" id="{F3EA5D10-69C6-486A-0777-80B2B1196F93}"/>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6" name="円/楕円 5">
              <a:extLst>
                <a:ext uri="{FF2B5EF4-FFF2-40B4-BE49-F238E27FC236}">
                  <a16:creationId xmlns:a16="http://schemas.microsoft.com/office/drawing/2014/main" id="{C732797C-F723-8ACE-B7B8-9CDDFB2722C4}"/>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7" name="円/楕円 6">
              <a:extLst>
                <a:ext uri="{FF2B5EF4-FFF2-40B4-BE49-F238E27FC236}">
                  <a16:creationId xmlns:a16="http://schemas.microsoft.com/office/drawing/2014/main" id="{8465403B-247E-0342-87D7-FBD05DB35C46}"/>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Tree>
    <p:extLst>
      <p:ext uri="{BB962C8B-B14F-4D97-AF65-F5344CB8AC3E}">
        <p14:creationId xmlns:p14="http://schemas.microsoft.com/office/powerpoint/2010/main" val="24766537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画像付きコンテンツ 5">
    <p:bg>
      <p:bgPr>
        <a:solidFill>
          <a:schemeClr val="accent4">
            <a:alpha val="10000"/>
          </a:schemeClr>
        </a:solidFill>
        <a:effectLst/>
      </p:bgPr>
    </p:bg>
    <p:spTree>
      <p:nvGrpSpPr>
        <p:cNvPr id="1" name=""/>
        <p:cNvGrpSpPr/>
        <p:nvPr/>
      </p:nvGrpSpPr>
      <p:grpSpPr>
        <a:xfrm>
          <a:off x="0" y="0"/>
          <a:ext cx="0" cy="0"/>
          <a:chOff x="0" y="0"/>
          <a:chExt cx="0" cy="0"/>
        </a:xfrm>
      </p:grpSpPr>
      <p:grpSp>
        <p:nvGrpSpPr>
          <p:cNvPr id="12" name="グループ 11">
            <a:extLst>
              <a:ext uri="{FF2B5EF4-FFF2-40B4-BE49-F238E27FC236}">
                <a16:creationId xmlns:a16="http://schemas.microsoft.com/office/drawing/2014/main" id="{A1AD30C9-F45F-E304-CAAE-620975FF3993}"/>
              </a:ext>
            </a:extLst>
          </p:cNvPr>
          <p:cNvGrpSpPr/>
          <p:nvPr userDrawn="1"/>
        </p:nvGrpSpPr>
        <p:grpSpPr>
          <a:xfrm flipH="1">
            <a:off x="5208933" y="-88436"/>
            <a:ext cx="3814613" cy="7037751"/>
            <a:chOff x="152400" y="-88436"/>
            <a:chExt cx="5086151" cy="7037751"/>
          </a:xfrm>
          <a:solidFill>
            <a:schemeClr val="accent4">
              <a:lumMod val="20000"/>
              <a:lumOff val="80000"/>
            </a:schemeClr>
          </a:solidFill>
        </p:grpSpPr>
        <p:sp>
          <p:nvSpPr>
            <p:cNvPr id="13" name="フリーフォーム(F) 12">
              <a:extLst>
                <a:ext uri="{FF2B5EF4-FFF2-40B4-BE49-F238E27FC236}">
                  <a16:creationId xmlns:a16="http://schemas.microsoft.com/office/drawing/2014/main" id="{A1CB0EAB-471B-8235-B382-D2BEBB49C120}"/>
                </a:ext>
              </a:extLst>
            </p:cNvPr>
            <p:cNvSpPr/>
            <p:nvPr/>
          </p:nvSpPr>
          <p:spPr>
            <a:xfrm flipH="1" flipV="1">
              <a:off x="152400" y="1261054"/>
              <a:ext cx="832287" cy="4357503"/>
            </a:xfrm>
            <a:custGeom>
              <a:avLst/>
              <a:gdLst>
                <a:gd name="connsiteX0" fmla="*/ 832287 w 832287"/>
                <a:gd name="connsiteY0" fmla="*/ 4357503 h 4357503"/>
                <a:gd name="connsiteX1" fmla="*/ 661895 w 832287"/>
                <a:gd name="connsiteY1" fmla="*/ 4152276 h 4357503"/>
                <a:gd name="connsiteX2" fmla="*/ 0 w 832287"/>
                <a:gd name="connsiteY2" fmla="*/ 2178750 h 4357503"/>
                <a:gd name="connsiteX3" fmla="*/ 661895 w 832287"/>
                <a:gd name="connsiteY3" fmla="*/ 205226 h 4357503"/>
                <a:gd name="connsiteX4" fmla="*/ 832287 w 832287"/>
                <a:gd name="connsiteY4" fmla="*/ 0 h 4357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87" h="4357503">
                  <a:moveTo>
                    <a:pt x="832287" y="4357503"/>
                  </a:moveTo>
                  <a:lnTo>
                    <a:pt x="661895" y="4152276"/>
                  </a:lnTo>
                  <a:cubicBezTo>
                    <a:pt x="246457" y="3603648"/>
                    <a:pt x="0" y="2919981"/>
                    <a:pt x="0" y="2178750"/>
                  </a:cubicBezTo>
                  <a:cubicBezTo>
                    <a:pt x="0" y="1437521"/>
                    <a:pt x="246457" y="753854"/>
                    <a:pt x="661895" y="205226"/>
                  </a:cubicBezTo>
                  <a:lnTo>
                    <a:pt x="832287"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14" name="円/楕円 13">
              <a:extLst>
                <a:ext uri="{FF2B5EF4-FFF2-40B4-BE49-F238E27FC236}">
                  <a16:creationId xmlns:a16="http://schemas.microsoft.com/office/drawing/2014/main" id="{9ABA074B-4573-A8F8-7575-45EAEAFEAD20}"/>
                </a:ext>
              </a:extLst>
            </p:cNvPr>
            <p:cNvSpPr/>
            <p:nvPr/>
          </p:nvSpPr>
          <p:spPr>
            <a:xfrm rot="1580702" flipV="1">
              <a:off x="1233116"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
        <p:nvSpPr>
          <p:cNvPr id="2" name="タイトル 1">
            <a:extLst>
              <a:ext uri="{FF2B5EF4-FFF2-40B4-BE49-F238E27FC236}">
                <a16:creationId xmlns:a16="http://schemas.microsoft.com/office/drawing/2014/main" id="{FAF3BB49-A328-F121-7F27-DEB7C3CC2B0F}"/>
              </a:ext>
            </a:extLst>
          </p:cNvPr>
          <p:cNvSpPr>
            <a:spLocks noGrp="1"/>
          </p:cNvSpPr>
          <p:nvPr>
            <p:ph type="title" hasCustomPrompt="1"/>
          </p:nvPr>
        </p:nvSpPr>
        <p:spPr>
          <a:xfrm>
            <a:off x="5320915" y="533400"/>
            <a:ext cx="3423035" cy="1295065"/>
          </a:xfrm>
        </p:spPr>
        <p:txBody>
          <a:bodyPr rtlCol="0" anchor="b">
            <a:normAutofit/>
          </a:bodyPr>
          <a:lstStyle>
            <a:lvl1pPr>
              <a:defRPr sz="21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15" name="図プレースホルダー 14">
            <a:extLst>
              <a:ext uri="{FF2B5EF4-FFF2-40B4-BE49-F238E27FC236}">
                <a16:creationId xmlns:a16="http://schemas.microsoft.com/office/drawing/2014/main" id="{D7F6706A-B945-9D23-DD5A-CB965502FA3F}"/>
              </a:ext>
            </a:extLst>
          </p:cNvPr>
          <p:cNvSpPr>
            <a:spLocks noGrp="1"/>
          </p:cNvSpPr>
          <p:nvPr>
            <p:ph type="pic" sz="quarter" idx="15" hasCustomPrompt="1"/>
          </p:nvPr>
        </p:nvSpPr>
        <p:spPr>
          <a:xfrm>
            <a:off x="114300" y="167600"/>
            <a:ext cx="4908311" cy="6541480"/>
          </a:xfrm>
          <a:custGeom>
            <a:avLst/>
            <a:gdLst>
              <a:gd name="connsiteX0" fmla="*/ 3272207 w 6544414"/>
              <a:gd name="connsiteY0" fmla="*/ 0 h 6541480"/>
              <a:gd name="connsiteX1" fmla="*/ 6544414 w 6544414"/>
              <a:gd name="connsiteY1" fmla="*/ 3272207 h 6541480"/>
              <a:gd name="connsiteX2" fmla="*/ 3440594 w 6544414"/>
              <a:gd name="connsiteY2" fmla="*/ 6540157 h 6541480"/>
              <a:gd name="connsiteX3" fmla="*/ 3388243 w 6544414"/>
              <a:gd name="connsiteY3" fmla="*/ 6541480 h 6541480"/>
              <a:gd name="connsiteX4" fmla="*/ 3156171 w 6544414"/>
              <a:gd name="connsiteY4" fmla="*/ 6541480 h 6541480"/>
              <a:gd name="connsiteX5" fmla="*/ 3103820 w 6544414"/>
              <a:gd name="connsiteY5" fmla="*/ 6540157 h 6541480"/>
              <a:gd name="connsiteX6" fmla="*/ 0 w 6544414"/>
              <a:gd name="connsiteY6" fmla="*/ 3272207 h 6541480"/>
              <a:gd name="connsiteX7" fmla="*/ 3272207 w 6544414"/>
              <a:gd name="connsiteY7" fmla="*/ 0 h 6541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44414" h="6541480">
                <a:moveTo>
                  <a:pt x="3272207" y="0"/>
                </a:moveTo>
                <a:cubicBezTo>
                  <a:pt x="5079397" y="0"/>
                  <a:pt x="6544414" y="1465017"/>
                  <a:pt x="6544414" y="3272207"/>
                </a:cubicBezTo>
                <a:cubicBezTo>
                  <a:pt x="6544414" y="5022923"/>
                  <a:pt x="5169530" y="6452517"/>
                  <a:pt x="3440594" y="6540157"/>
                </a:cubicBezTo>
                <a:lnTo>
                  <a:pt x="3388243" y="6541480"/>
                </a:lnTo>
                <a:lnTo>
                  <a:pt x="3156171" y="6541480"/>
                </a:lnTo>
                <a:lnTo>
                  <a:pt x="3103820" y="6540157"/>
                </a:lnTo>
                <a:cubicBezTo>
                  <a:pt x="1374884" y="6452517"/>
                  <a:pt x="0" y="5022923"/>
                  <a:pt x="0" y="3272207"/>
                </a:cubicBezTo>
                <a:cubicBezTo>
                  <a:pt x="0" y="1465017"/>
                  <a:pt x="1465017" y="0"/>
                  <a:pt x="3272207" y="0"/>
                </a:cubicBezTo>
                <a:close/>
              </a:path>
            </a:pathLst>
          </a:custGeom>
          <a:blipFill dpi="0" rotWithShape="1">
            <a:blip r:embed="rId2">
              <a:alphaModFix amt="60000"/>
            </a:blip>
            <a:srcRect/>
            <a:stretch>
              <a:fillRect t="-1305" b="-1305"/>
            </a:stretch>
          </a:blipFill>
        </p:spPr>
        <p:txBody>
          <a:bodyPr wrap="square" rtlCol="0">
            <a:normAutofit/>
          </a:bodyPr>
          <a:lstStyle>
            <a:lvl1pPr>
              <a:buNone/>
              <a:defRPr>
                <a:latin typeface="Meiryo UI" panose="020B0604030504040204" pitchFamily="34" charset="-128"/>
                <a:ea typeface="Meiryo UI" panose="020B0604030504040204" pitchFamily="34" charset="-128"/>
              </a:defRPr>
            </a:lvl1pPr>
          </a:lstStyle>
          <a:p>
            <a:pPr rtl="0"/>
            <a:r>
              <a:rPr lang="ja"/>
              <a:t>   </a:t>
            </a:r>
          </a:p>
        </p:txBody>
      </p:sp>
      <p:sp>
        <p:nvSpPr>
          <p:cNvPr id="8" name="コンテンツ プレースホルダー 7">
            <a:extLst>
              <a:ext uri="{FF2B5EF4-FFF2-40B4-BE49-F238E27FC236}">
                <a16:creationId xmlns:a16="http://schemas.microsoft.com/office/drawing/2014/main" id="{7FF0220E-48F8-B4D9-19DE-7B457C3C221C}"/>
              </a:ext>
            </a:extLst>
          </p:cNvPr>
          <p:cNvSpPr>
            <a:spLocks noGrp="1"/>
          </p:cNvSpPr>
          <p:nvPr>
            <p:ph sz="quarter" idx="14" hasCustomPrompt="1"/>
          </p:nvPr>
        </p:nvSpPr>
        <p:spPr>
          <a:xfrm>
            <a:off x="5320915" y="1975105"/>
            <a:ext cx="3430787" cy="4368851"/>
          </a:xfrm>
        </p:spPr>
        <p:txBody>
          <a:bodyPr rtlCol="0">
            <a:normAutofit/>
          </a:bodyPr>
          <a:lstStyle>
            <a:lvl1pPr>
              <a:defRPr>
                <a:latin typeface="Meiryo UI" panose="020B0604030504040204" pitchFamily="34" charset="-128"/>
                <a:ea typeface="Meiryo UI" panose="020B0604030504040204" pitchFamily="34" charset="-128"/>
              </a:defRPr>
            </a:lvl1pPr>
            <a:lvl2pPr>
              <a:defRPr>
                <a:latin typeface="Meiryo UI" panose="020B0604030504040204" pitchFamily="34" charset="-128"/>
                <a:ea typeface="Meiryo UI" panose="020B0604030504040204" pitchFamily="34" charset="-128"/>
              </a:defRPr>
            </a:lvl2pPr>
            <a:lvl3pPr>
              <a:defRPr>
                <a:latin typeface="Meiryo UI" panose="020B0604030504040204" pitchFamily="34" charset="-128"/>
                <a:ea typeface="Meiryo UI" panose="020B0604030504040204" pitchFamily="34" charset="-128"/>
              </a:defRPr>
            </a:lvl3pPr>
            <a:lvl4pPr>
              <a:defRPr>
                <a:latin typeface="Meiryo UI" panose="020B0604030504040204" pitchFamily="34" charset="-128"/>
                <a:ea typeface="Meiryo UI" panose="020B0604030504040204" pitchFamily="34" charset="-128"/>
              </a:defRPr>
            </a:lvl4pPr>
            <a:lvl5pPr>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6" name="フッター プレースホルダー 5">
            <a:extLst>
              <a:ext uri="{FF2B5EF4-FFF2-40B4-BE49-F238E27FC236}">
                <a16:creationId xmlns:a16="http://schemas.microsoft.com/office/drawing/2014/main" id="{C2BDD5A2-CE3E-3215-6DAA-F75C0D1229DA}"/>
              </a:ext>
            </a:extLst>
          </p:cNvPr>
          <p:cNvSpPr>
            <a:spLocks noGrp="1"/>
          </p:cNvSpPr>
          <p:nvPr>
            <p:ph type="ftr" sz="quarter" idx="11"/>
          </p:nvPr>
        </p:nvSpPr>
        <p:spPr>
          <a:xfrm>
            <a:off x="5328667" y="6343956"/>
            <a:ext cx="1578824"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5" name="日付プレースホルダー 4">
            <a:extLst>
              <a:ext uri="{FF2B5EF4-FFF2-40B4-BE49-F238E27FC236}">
                <a16:creationId xmlns:a16="http://schemas.microsoft.com/office/drawing/2014/main" id="{897D0B7E-1A60-DA52-6965-92412B1C2F9F}"/>
              </a:ext>
            </a:extLst>
          </p:cNvPr>
          <p:cNvSpPr>
            <a:spLocks noGrp="1"/>
          </p:cNvSpPr>
          <p:nvPr>
            <p:ph type="dt" sz="half" idx="10"/>
          </p:nvPr>
        </p:nvSpPr>
        <p:spPr>
          <a:xfrm>
            <a:off x="7031301" y="6343956"/>
            <a:ext cx="1329022" cy="365125"/>
          </a:xfrm>
        </p:spPr>
        <p:txBody>
          <a:bodyPr rtlCol="0"/>
          <a:lstStyle>
            <a:lvl1pPr>
              <a:defRPr>
                <a:solidFill>
                  <a:schemeClr val="tx1"/>
                </a:solidFill>
                <a:effectLst/>
              </a:defRPr>
            </a:lvl1pPr>
          </a:lstStyle>
          <a:p>
            <a:pPr rtl="0"/>
            <a:r>
              <a:rPr lang="en-US"/>
              <a:t>2025/11/24</a:t>
            </a:r>
          </a:p>
        </p:txBody>
      </p:sp>
      <p:sp>
        <p:nvSpPr>
          <p:cNvPr id="7" name="スライド番号プレースホルダー 6">
            <a:extLst>
              <a:ext uri="{FF2B5EF4-FFF2-40B4-BE49-F238E27FC236}">
                <a16:creationId xmlns:a16="http://schemas.microsoft.com/office/drawing/2014/main" id="{B1B822F1-284A-1786-FAF2-72129E2FE64D}"/>
              </a:ext>
            </a:extLst>
          </p:cNvPr>
          <p:cNvSpPr>
            <a:spLocks noGrp="1"/>
          </p:cNvSpPr>
          <p:nvPr>
            <p:ph type="sldNum" sz="quarter" idx="12"/>
          </p:nvPr>
        </p:nvSpPr>
        <p:spPr>
          <a:xfrm>
            <a:off x="8360322" y="6343956"/>
            <a:ext cx="399132" cy="365125"/>
          </a:xfrm>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37990725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画像付きコンテンツ 6">
    <p:bg>
      <p:bgPr>
        <a:solidFill>
          <a:schemeClr val="accent4">
            <a:alpha val="10000"/>
          </a:schemeClr>
        </a:solidFill>
        <a:effectLst/>
      </p:bgPr>
    </p:bg>
    <p:spTree>
      <p:nvGrpSpPr>
        <p:cNvPr id="1" name=""/>
        <p:cNvGrpSpPr/>
        <p:nvPr/>
      </p:nvGrpSpPr>
      <p:grpSpPr>
        <a:xfrm>
          <a:off x="0" y="0"/>
          <a:ext cx="0" cy="0"/>
          <a:chOff x="0" y="0"/>
          <a:chExt cx="0" cy="0"/>
        </a:xfrm>
      </p:grpSpPr>
      <p:grpSp>
        <p:nvGrpSpPr>
          <p:cNvPr id="20" name="グループ 19">
            <a:extLst>
              <a:ext uri="{FF2B5EF4-FFF2-40B4-BE49-F238E27FC236}">
                <a16:creationId xmlns:a16="http://schemas.microsoft.com/office/drawing/2014/main" id="{66CB8499-8357-5EA4-C686-01EAE71250FC}"/>
              </a:ext>
            </a:extLst>
          </p:cNvPr>
          <p:cNvGrpSpPr/>
          <p:nvPr userDrawn="1"/>
        </p:nvGrpSpPr>
        <p:grpSpPr>
          <a:xfrm>
            <a:off x="114301" y="-88436"/>
            <a:ext cx="3814613" cy="7037751"/>
            <a:chOff x="152400" y="-88436"/>
            <a:chExt cx="5086151" cy="7037751"/>
          </a:xfrm>
          <a:solidFill>
            <a:schemeClr val="accent4">
              <a:lumMod val="20000"/>
              <a:lumOff val="80000"/>
            </a:schemeClr>
          </a:solidFill>
        </p:grpSpPr>
        <p:sp>
          <p:nvSpPr>
            <p:cNvPr id="16" name="フリーフォーム(F) 15">
              <a:extLst>
                <a:ext uri="{FF2B5EF4-FFF2-40B4-BE49-F238E27FC236}">
                  <a16:creationId xmlns:a16="http://schemas.microsoft.com/office/drawing/2014/main" id="{94570F6F-AFE0-9B56-0855-C79983DD30C1}"/>
                </a:ext>
              </a:extLst>
            </p:cNvPr>
            <p:cNvSpPr/>
            <p:nvPr/>
          </p:nvSpPr>
          <p:spPr>
            <a:xfrm flipH="1" flipV="1">
              <a:off x="152400" y="1261054"/>
              <a:ext cx="832287" cy="4357503"/>
            </a:xfrm>
            <a:custGeom>
              <a:avLst/>
              <a:gdLst>
                <a:gd name="connsiteX0" fmla="*/ 832287 w 832287"/>
                <a:gd name="connsiteY0" fmla="*/ 4357503 h 4357503"/>
                <a:gd name="connsiteX1" fmla="*/ 661895 w 832287"/>
                <a:gd name="connsiteY1" fmla="*/ 4152276 h 4357503"/>
                <a:gd name="connsiteX2" fmla="*/ 0 w 832287"/>
                <a:gd name="connsiteY2" fmla="*/ 2178750 h 4357503"/>
                <a:gd name="connsiteX3" fmla="*/ 661895 w 832287"/>
                <a:gd name="connsiteY3" fmla="*/ 205226 h 4357503"/>
                <a:gd name="connsiteX4" fmla="*/ 832287 w 832287"/>
                <a:gd name="connsiteY4" fmla="*/ 0 h 4357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87" h="4357503">
                  <a:moveTo>
                    <a:pt x="832287" y="4357503"/>
                  </a:moveTo>
                  <a:lnTo>
                    <a:pt x="661895" y="4152276"/>
                  </a:lnTo>
                  <a:cubicBezTo>
                    <a:pt x="246457" y="3603648"/>
                    <a:pt x="0" y="2919981"/>
                    <a:pt x="0" y="2178750"/>
                  </a:cubicBezTo>
                  <a:cubicBezTo>
                    <a:pt x="0" y="1437521"/>
                    <a:pt x="246457" y="753854"/>
                    <a:pt x="661895" y="205226"/>
                  </a:cubicBezTo>
                  <a:lnTo>
                    <a:pt x="832287"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14" name="円/楕円 13">
              <a:extLst>
                <a:ext uri="{FF2B5EF4-FFF2-40B4-BE49-F238E27FC236}">
                  <a16:creationId xmlns:a16="http://schemas.microsoft.com/office/drawing/2014/main" id="{434E4E6F-C713-1424-C1FE-52E40F7B5BDB}"/>
                </a:ext>
              </a:extLst>
            </p:cNvPr>
            <p:cNvSpPr/>
            <p:nvPr/>
          </p:nvSpPr>
          <p:spPr>
            <a:xfrm rot="1580702" flipV="1">
              <a:off x="1233116"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
        <p:nvSpPr>
          <p:cNvPr id="2" name="タイトル 1">
            <a:extLst>
              <a:ext uri="{FF2B5EF4-FFF2-40B4-BE49-F238E27FC236}">
                <a16:creationId xmlns:a16="http://schemas.microsoft.com/office/drawing/2014/main" id="{FAF3BB49-A328-F121-7F27-DEB7C3CC2B0F}"/>
              </a:ext>
            </a:extLst>
          </p:cNvPr>
          <p:cNvSpPr>
            <a:spLocks noGrp="1"/>
          </p:cNvSpPr>
          <p:nvPr userDrawn="1">
            <p:ph type="title" hasCustomPrompt="1"/>
          </p:nvPr>
        </p:nvSpPr>
        <p:spPr>
          <a:xfrm>
            <a:off x="400051" y="538717"/>
            <a:ext cx="3430079" cy="1288169"/>
          </a:xfrm>
        </p:spPr>
        <p:txBody>
          <a:bodyPr rtlCol="0" anchor="b">
            <a:normAutofit/>
          </a:bodyPr>
          <a:lstStyle>
            <a:lvl1pPr>
              <a:defRPr sz="21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8" name="コンテンツ プレースホルダー 7">
            <a:extLst>
              <a:ext uri="{FF2B5EF4-FFF2-40B4-BE49-F238E27FC236}">
                <a16:creationId xmlns:a16="http://schemas.microsoft.com/office/drawing/2014/main" id="{747AED59-1A26-9C13-8482-7857E7DEFE52}"/>
              </a:ext>
            </a:extLst>
          </p:cNvPr>
          <p:cNvSpPr>
            <a:spLocks noGrp="1"/>
          </p:cNvSpPr>
          <p:nvPr userDrawn="1">
            <p:ph sz="quarter" idx="14" hasCustomPrompt="1"/>
          </p:nvPr>
        </p:nvSpPr>
        <p:spPr>
          <a:xfrm>
            <a:off x="400051" y="1975104"/>
            <a:ext cx="3430079" cy="4368851"/>
          </a:xfrm>
        </p:spPr>
        <p:txBody>
          <a:bodyPr rtlCol="0">
            <a:normAutofit/>
          </a:bodyPr>
          <a:lstStyle>
            <a:lvl1pPr>
              <a:defRPr>
                <a:latin typeface="Meiryo UI" panose="020B0604030504040204" pitchFamily="34" charset="-128"/>
                <a:ea typeface="Meiryo UI" panose="020B0604030504040204" pitchFamily="34" charset="-128"/>
              </a:defRPr>
            </a:lvl1pPr>
            <a:lvl2pPr>
              <a:defRPr>
                <a:latin typeface="Meiryo UI" panose="020B0604030504040204" pitchFamily="34" charset="-128"/>
                <a:ea typeface="Meiryo UI" panose="020B0604030504040204" pitchFamily="34" charset="-128"/>
              </a:defRPr>
            </a:lvl2pPr>
            <a:lvl3pPr>
              <a:defRPr>
                <a:latin typeface="Meiryo UI" panose="020B0604030504040204" pitchFamily="34" charset="-128"/>
                <a:ea typeface="Meiryo UI" panose="020B0604030504040204" pitchFamily="34" charset="-128"/>
              </a:defRPr>
            </a:lvl3pPr>
            <a:lvl4pPr>
              <a:defRPr>
                <a:latin typeface="Meiryo UI" panose="020B0604030504040204" pitchFamily="34" charset="-128"/>
                <a:ea typeface="Meiryo UI" panose="020B0604030504040204" pitchFamily="34" charset="-128"/>
              </a:defRPr>
            </a:lvl4pPr>
            <a:lvl5pPr>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endParaRPr lang="en-US"/>
          </a:p>
        </p:txBody>
      </p:sp>
      <p:sp>
        <p:nvSpPr>
          <p:cNvPr id="19" name="図プレースホルダー 18">
            <a:extLst>
              <a:ext uri="{FF2B5EF4-FFF2-40B4-BE49-F238E27FC236}">
                <a16:creationId xmlns:a16="http://schemas.microsoft.com/office/drawing/2014/main" id="{1B1E69B2-56D1-36B4-B16D-18135A325F89}"/>
              </a:ext>
            </a:extLst>
          </p:cNvPr>
          <p:cNvSpPr>
            <a:spLocks noGrp="1"/>
          </p:cNvSpPr>
          <p:nvPr>
            <p:ph type="pic" sz="quarter" idx="15" hasCustomPrompt="1"/>
          </p:nvPr>
        </p:nvSpPr>
        <p:spPr>
          <a:xfrm>
            <a:off x="4115235" y="167600"/>
            <a:ext cx="4908311" cy="6541480"/>
          </a:xfrm>
          <a:custGeom>
            <a:avLst/>
            <a:gdLst>
              <a:gd name="connsiteX0" fmla="*/ 3272207 w 6544414"/>
              <a:gd name="connsiteY0" fmla="*/ 0 h 6541480"/>
              <a:gd name="connsiteX1" fmla="*/ 6544414 w 6544414"/>
              <a:gd name="connsiteY1" fmla="*/ 3272207 h 6541480"/>
              <a:gd name="connsiteX2" fmla="*/ 3440594 w 6544414"/>
              <a:gd name="connsiteY2" fmla="*/ 6540157 h 6541480"/>
              <a:gd name="connsiteX3" fmla="*/ 3388243 w 6544414"/>
              <a:gd name="connsiteY3" fmla="*/ 6541480 h 6541480"/>
              <a:gd name="connsiteX4" fmla="*/ 3156171 w 6544414"/>
              <a:gd name="connsiteY4" fmla="*/ 6541480 h 6541480"/>
              <a:gd name="connsiteX5" fmla="*/ 3103820 w 6544414"/>
              <a:gd name="connsiteY5" fmla="*/ 6540157 h 6541480"/>
              <a:gd name="connsiteX6" fmla="*/ 0 w 6544414"/>
              <a:gd name="connsiteY6" fmla="*/ 3272207 h 6541480"/>
              <a:gd name="connsiteX7" fmla="*/ 3272207 w 6544414"/>
              <a:gd name="connsiteY7" fmla="*/ 0 h 6541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44414" h="6541480">
                <a:moveTo>
                  <a:pt x="3272207" y="0"/>
                </a:moveTo>
                <a:cubicBezTo>
                  <a:pt x="5079397" y="0"/>
                  <a:pt x="6544414" y="1465017"/>
                  <a:pt x="6544414" y="3272207"/>
                </a:cubicBezTo>
                <a:cubicBezTo>
                  <a:pt x="6544414" y="5022923"/>
                  <a:pt x="5169530" y="6452517"/>
                  <a:pt x="3440594" y="6540157"/>
                </a:cubicBezTo>
                <a:lnTo>
                  <a:pt x="3388243" y="6541480"/>
                </a:lnTo>
                <a:lnTo>
                  <a:pt x="3156171" y="6541480"/>
                </a:lnTo>
                <a:lnTo>
                  <a:pt x="3103820" y="6540157"/>
                </a:lnTo>
                <a:cubicBezTo>
                  <a:pt x="1374884" y="6452517"/>
                  <a:pt x="0" y="5022923"/>
                  <a:pt x="0" y="3272207"/>
                </a:cubicBezTo>
                <a:cubicBezTo>
                  <a:pt x="0" y="1465017"/>
                  <a:pt x="1465017" y="0"/>
                  <a:pt x="3272207" y="0"/>
                </a:cubicBezTo>
                <a:close/>
              </a:path>
            </a:pathLst>
          </a:custGeom>
          <a:blipFill dpi="0" rotWithShape="1">
            <a:blip r:embed="rId2">
              <a:alphaModFix amt="60000"/>
            </a:blip>
            <a:srcRect/>
            <a:stretch>
              <a:fillRect/>
            </a:stretch>
          </a:blipFill>
        </p:spPr>
        <p:txBody>
          <a:bodyPr wrap="square" rtlCol="0">
            <a:normAutofit/>
          </a:bodyPr>
          <a:lstStyle>
            <a:lvl1pPr>
              <a:buNone/>
              <a:defRPr>
                <a:latin typeface="Meiryo UI" panose="020B0604030504040204" pitchFamily="34" charset="-128"/>
                <a:ea typeface="Meiryo UI" panose="020B0604030504040204" pitchFamily="34" charset="-128"/>
              </a:defRPr>
            </a:lvl1pPr>
          </a:lstStyle>
          <a:p>
            <a:pPr rtl="0"/>
            <a:r>
              <a:rPr lang="ja"/>
              <a:t>   </a:t>
            </a:r>
          </a:p>
        </p:txBody>
      </p:sp>
      <p:sp>
        <p:nvSpPr>
          <p:cNvPr id="6" name="フッター プレースホルダー 5">
            <a:extLst>
              <a:ext uri="{FF2B5EF4-FFF2-40B4-BE49-F238E27FC236}">
                <a16:creationId xmlns:a16="http://schemas.microsoft.com/office/drawing/2014/main" id="{C2BDD5A2-CE3E-3215-6DAA-F75C0D1229DA}"/>
              </a:ext>
            </a:extLst>
          </p:cNvPr>
          <p:cNvSpPr>
            <a:spLocks noGrp="1"/>
          </p:cNvSpPr>
          <p:nvPr userDrawn="1">
            <p:ph type="ftr" sz="quarter" idx="11"/>
          </p:nvPr>
        </p:nvSpPr>
        <p:spPr>
          <a:xfrm>
            <a:off x="400050" y="6343956"/>
            <a:ext cx="1633497" cy="365125"/>
          </a:xfrm>
        </p:spPr>
        <p:txBody>
          <a:bodyPr rtlCol="0">
            <a:normAutofit/>
          </a:bodyPr>
          <a:lstStyle>
            <a:lvl1pPr>
              <a:defRPr>
                <a:solidFill>
                  <a:schemeClr val="tx1"/>
                </a:solidFill>
                <a:effectLst/>
                <a:latin typeface="Meiryo UI" panose="020B0604030504040204" pitchFamily="34" charset="-128"/>
                <a:ea typeface="Meiryo UI" panose="020B0604030504040204" pitchFamily="34" charset="-128"/>
              </a:defRPr>
            </a:lvl1pPr>
          </a:lstStyle>
          <a:p>
            <a:r>
              <a:rPr lang="ja"/>
              <a:t>サンプル フッター テキスト</a:t>
            </a:r>
            <a:endParaRPr lang="en-US"/>
          </a:p>
        </p:txBody>
      </p:sp>
      <p:sp>
        <p:nvSpPr>
          <p:cNvPr id="5" name="日付プレースホルダー 4">
            <a:extLst>
              <a:ext uri="{FF2B5EF4-FFF2-40B4-BE49-F238E27FC236}">
                <a16:creationId xmlns:a16="http://schemas.microsoft.com/office/drawing/2014/main" id="{897D0B7E-1A60-DA52-6965-92412B1C2F9F}"/>
              </a:ext>
            </a:extLst>
          </p:cNvPr>
          <p:cNvSpPr>
            <a:spLocks noGrp="1"/>
          </p:cNvSpPr>
          <p:nvPr userDrawn="1">
            <p:ph type="dt" sz="half" idx="10"/>
          </p:nvPr>
        </p:nvSpPr>
        <p:spPr>
          <a:xfrm>
            <a:off x="2410239" y="6343956"/>
            <a:ext cx="1179778" cy="365125"/>
          </a:xfrm>
        </p:spPr>
        <p:txBody>
          <a:bodyPr rtlCol="0"/>
          <a:lstStyle/>
          <a:p>
            <a:pPr rtl="0"/>
            <a:r>
              <a:rPr lang="en-US"/>
              <a:t>2025/11/24</a:t>
            </a:r>
          </a:p>
        </p:txBody>
      </p:sp>
      <p:sp>
        <p:nvSpPr>
          <p:cNvPr id="7" name="スライド番号プレースホルダー 6">
            <a:extLst>
              <a:ext uri="{FF2B5EF4-FFF2-40B4-BE49-F238E27FC236}">
                <a16:creationId xmlns:a16="http://schemas.microsoft.com/office/drawing/2014/main" id="{B1B822F1-284A-1786-FAF2-72129E2FE64D}"/>
              </a:ext>
            </a:extLst>
          </p:cNvPr>
          <p:cNvSpPr>
            <a:spLocks noGrp="1"/>
          </p:cNvSpPr>
          <p:nvPr userDrawn="1">
            <p:ph type="sldNum" sz="quarter" idx="12"/>
          </p:nvPr>
        </p:nvSpPr>
        <p:spPr>
          <a:xfrm>
            <a:off x="3597494" y="6343956"/>
            <a:ext cx="321905" cy="365125"/>
          </a:xfrm>
        </p:spPr>
        <p:txBody>
          <a:bodyPr rtlCol="0"/>
          <a:lstStyle>
            <a:lvl1pPr>
              <a:defRPr>
                <a:solidFill>
                  <a:schemeClr val="tx1"/>
                </a:solidFill>
                <a:effectLst/>
              </a:defRPr>
            </a:lvl1pPr>
          </a:lstStyle>
          <a:p>
            <a:pPr rtl="0"/>
            <a:fld id="{AEAA3239-9EA4-4A65-A281-97F994456D9F}" type="slidenum">
              <a:rPr lang="en-US" smtClean="0"/>
              <a:t>‹#›</a:t>
            </a:fld>
            <a:endParaRPr lang="en-US"/>
          </a:p>
        </p:txBody>
      </p:sp>
    </p:spTree>
    <p:extLst>
      <p:ext uri="{BB962C8B-B14F-4D97-AF65-F5344CB8AC3E}">
        <p14:creationId xmlns:p14="http://schemas.microsoft.com/office/powerpoint/2010/main" val="26354182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画像付きコンテンツ 7">
    <p:bg>
      <p:bgPr>
        <a:solidFill>
          <a:schemeClr val="accent4">
            <a:alpha val="10000"/>
          </a:schemeClr>
        </a:solidFill>
        <a:effectLst/>
      </p:bgPr>
    </p:bg>
    <p:spTree>
      <p:nvGrpSpPr>
        <p:cNvPr id="1" name=""/>
        <p:cNvGrpSpPr/>
        <p:nvPr/>
      </p:nvGrpSpPr>
      <p:grpSpPr>
        <a:xfrm>
          <a:off x="0" y="0"/>
          <a:ext cx="0" cy="0"/>
          <a:chOff x="0" y="0"/>
          <a:chExt cx="0" cy="0"/>
        </a:xfrm>
      </p:grpSpPr>
      <p:sp>
        <p:nvSpPr>
          <p:cNvPr id="15" name="フリーフォーム(F) 14">
            <a:extLst>
              <a:ext uri="{FF2B5EF4-FFF2-40B4-BE49-F238E27FC236}">
                <a16:creationId xmlns:a16="http://schemas.microsoft.com/office/drawing/2014/main" id="{DEE76FDB-7A89-C33C-CB4F-6DC97275A552}"/>
              </a:ext>
            </a:extLst>
          </p:cNvPr>
          <p:cNvSpPr/>
          <p:nvPr/>
        </p:nvSpPr>
        <p:spPr>
          <a:xfrm>
            <a:off x="8750539" y="1849584"/>
            <a:ext cx="301562" cy="3142976"/>
          </a:xfrm>
          <a:custGeom>
            <a:avLst/>
            <a:gdLst>
              <a:gd name="connsiteX0" fmla="*/ 402082 w 402082"/>
              <a:gd name="connsiteY0" fmla="*/ 0 h 3142976"/>
              <a:gd name="connsiteX1" fmla="*/ 402082 w 402082"/>
              <a:gd name="connsiteY1" fmla="*/ 3142976 h 3142976"/>
              <a:gd name="connsiteX2" fmla="*/ 394938 w 402082"/>
              <a:gd name="connsiteY2" fmla="*/ 3131216 h 3142976"/>
              <a:gd name="connsiteX3" fmla="*/ 0 w 402082"/>
              <a:gd name="connsiteY3" fmla="*/ 1571488 h 3142976"/>
              <a:gd name="connsiteX4" fmla="*/ 394938 w 402082"/>
              <a:gd name="connsiteY4" fmla="*/ 11760 h 3142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082" h="3142976">
                <a:moveTo>
                  <a:pt x="402082" y="0"/>
                </a:moveTo>
                <a:lnTo>
                  <a:pt x="402082" y="3142976"/>
                </a:lnTo>
                <a:lnTo>
                  <a:pt x="394938" y="3131216"/>
                </a:lnTo>
                <a:cubicBezTo>
                  <a:pt x="143068" y="2667567"/>
                  <a:pt x="0" y="2136235"/>
                  <a:pt x="0" y="1571488"/>
                </a:cubicBezTo>
                <a:cubicBezTo>
                  <a:pt x="0" y="1006741"/>
                  <a:pt x="143068" y="475410"/>
                  <a:pt x="394938" y="11760"/>
                </a:cubicBez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7" name="円/楕円 6">
            <a:extLst>
              <a:ext uri="{FF2B5EF4-FFF2-40B4-BE49-F238E27FC236}">
                <a16:creationId xmlns:a16="http://schemas.microsoft.com/office/drawing/2014/main" id="{5AAF97FD-5C76-FAAA-861A-C7AEDEB99A83}"/>
              </a:ext>
            </a:extLst>
          </p:cNvPr>
          <p:cNvSpPr/>
          <p:nvPr/>
        </p:nvSpPr>
        <p:spPr>
          <a:xfrm rot="20019298">
            <a:off x="5560142" y="-88436"/>
            <a:ext cx="3004076" cy="7037751"/>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2" name="タイトル 1">
            <a:extLst>
              <a:ext uri="{FF2B5EF4-FFF2-40B4-BE49-F238E27FC236}">
                <a16:creationId xmlns:a16="http://schemas.microsoft.com/office/drawing/2014/main" id="{FAF3BB49-A328-F121-7F27-DEB7C3CC2B0F}"/>
              </a:ext>
            </a:extLst>
          </p:cNvPr>
          <p:cNvSpPr>
            <a:spLocks noGrp="1"/>
          </p:cNvSpPr>
          <p:nvPr>
            <p:ph type="title" hasCustomPrompt="1"/>
          </p:nvPr>
        </p:nvSpPr>
        <p:spPr>
          <a:xfrm>
            <a:off x="5715000" y="533400"/>
            <a:ext cx="2584452" cy="1633865"/>
          </a:xfrm>
        </p:spPr>
        <p:txBody>
          <a:bodyPr rtlCol="0" anchor="b">
            <a:normAutofit/>
          </a:bodyPr>
          <a:lstStyle>
            <a:lvl1pPr>
              <a:defRPr sz="21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18" name="図プレースホルダー 17">
            <a:extLst>
              <a:ext uri="{FF2B5EF4-FFF2-40B4-BE49-F238E27FC236}">
                <a16:creationId xmlns:a16="http://schemas.microsoft.com/office/drawing/2014/main" id="{393FD555-499C-07D3-69D3-21FA79A923EE}"/>
              </a:ext>
            </a:extLst>
          </p:cNvPr>
          <p:cNvSpPr>
            <a:spLocks noGrp="1"/>
          </p:cNvSpPr>
          <p:nvPr>
            <p:ph type="pic" sz="quarter" idx="18" hasCustomPrompt="1"/>
          </p:nvPr>
        </p:nvSpPr>
        <p:spPr>
          <a:xfrm>
            <a:off x="114301" y="165101"/>
            <a:ext cx="5259520" cy="6528179"/>
          </a:xfrm>
          <a:custGeom>
            <a:avLst/>
            <a:gdLst>
              <a:gd name="connsiteX0" fmla="*/ 0 w 7012693"/>
              <a:gd name="connsiteY0" fmla="*/ 0 h 6528179"/>
              <a:gd name="connsiteX1" fmla="*/ 4061943 w 7012693"/>
              <a:gd name="connsiteY1" fmla="*/ 0 h 6528179"/>
              <a:gd name="connsiteX2" fmla="*/ 4075051 w 7012693"/>
              <a:gd name="connsiteY2" fmla="*/ 662 h 6528179"/>
              <a:gd name="connsiteX3" fmla="*/ 7012693 w 7012693"/>
              <a:gd name="connsiteY3" fmla="*/ 3255973 h 6528179"/>
              <a:gd name="connsiteX4" fmla="*/ 4075051 w 7012693"/>
              <a:gd name="connsiteY4" fmla="*/ 6511286 h 6528179"/>
              <a:gd name="connsiteX5" fmla="*/ 3780898 w 7012693"/>
              <a:gd name="connsiteY5" fmla="*/ 6526140 h 6528179"/>
              <a:gd name="connsiteX6" fmla="*/ 3780898 w 7012693"/>
              <a:gd name="connsiteY6" fmla="*/ 6528179 h 6528179"/>
              <a:gd name="connsiteX7" fmla="*/ 3740486 w 7012693"/>
              <a:gd name="connsiteY7" fmla="*/ 6528179 h 6528179"/>
              <a:gd name="connsiteX8" fmla="*/ 0 w 7012693"/>
              <a:gd name="connsiteY8" fmla="*/ 6528179 h 6528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12693" h="6528179">
                <a:moveTo>
                  <a:pt x="0" y="0"/>
                </a:moveTo>
                <a:lnTo>
                  <a:pt x="4061943" y="0"/>
                </a:lnTo>
                <a:lnTo>
                  <a:pt x="4075051" y="662"/>
                </a:lnTo>
                <a:cubicBezTo>
                  <a:pt x="5725082" y="168231"/>
                  <a:pt x="7012693" y="1561734"/>
                  <a:pt x="7012693" y="3255973"/>
                </a:cubicBezTo>
                <a:cubicBezTo>
                  <a:pt x="7012693" y="4950214"/>
                  <a:pt x="5725082" y="6343717"/>
                  <a:pt x="4075051" y="6511286"/>
                </a:cubicBezTo>
                <a:lnTo>
                  <a:pt x="3780898" y="6526140"/>
                </a:lnTo>
                <a:lnTo>
                  <a:pt x="3780898" y="6528179"/>
                </a:lnTo>
                <a:lnTo>
                  <a:pt x="3740486" y="6528179"/>
                </a:lnTo>
                <a:lnTo>
                  <a:pt x="0" y="652817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rmAutofit/>
          </a:bodyPr>
          <a:lstStyle>
            <a:lvl1pPr>
              <a:buNone/>
              <a:defRPr>
                <a:latin typeface="Meiryo UI" panose="020B0604030504040204" pitchFamily="34" charset="-128"/>
                <a:ea typeface="Meiryo UI" panose="020B0604030504040204" pitchFamily="34" charset="-128"/>
              </a:defRPr>
            </a:lvl1pPr>
          </a:lstStyle>
          <a:p>
            <a:pPr rtl="0"/>
            <a:r>
              <a:rPr lang="ja"/>
              <a:t>   </a:t>
            </a:r>
          </a:p>
        </p:txBody>
      </p:sp>
      <p:sp>
        <p:nvSpPr>
          <p:cNvPr id="8" name="コンテンツ プレースホルダー 7">
            <a:extLst>
              <a:ext uri="{FF2B5EF4-FFF2-40B4-BE49-F238E27FC236}">
                <a16:creationId xmlns:a16="http://schemas.microsoft.com/office/drawing/2014/main" id="{747AED59-1A26-9C13-8482-7857E7DEFE52}"/>
              </a:ext>
            </a:extLst>
          </p:cNvPr>
          <p:cNvSpPr>
            <a:spLocks noGrp="1"/>
          </p:cNvSpPr>
          <p:nvPr>
            <p:ph sz="quarter" idx="14" hasCustomPrompt="1"/>
          </p:nvPr>
        </p:nvSpPr>
        <p:spPr>
          <a:xfrm>
            <a:off x="5715095" y="2315569"/>
            <a:ext cx="2584358" cy="3264871"/>
          </a:xfrm>
        </p:spPr>
        <p:txBody>
          <a:bodyPr rtlCol="0">
            <a:normAutofit/>
          </a:bodyPr>
          <a:lstStyle>
            <a:lvl1pPr>
              <a:defRPr>
                <a:latin typeface="Meiryo UI" panose="020B0604030504040204" pitchFamily="34" charset="-128"/>
                <a:ea typeface="Meiryo UI" panose="020B0604030504040204" pitchFamily="34" charset="-128"/>
              </a:defRPr>
            </a:lvl1pPr>
            <a:lvl2pPr>
              <a:defRPr>
                <a:latin typeface="Meiryo UI" panose="020B0604030504040204" pitchFamily="34" charset="-128"/>
                <a:ea typeface="Meiryo UI" panose="020B0604030504040204" pitchFamily="34" charset="-128"/>
              </a:defRPr>
            </a:lvl2pPr>
            <a:lvl3pPr>
              <a:defRPr>
                <a:latin typeface="Meiryo UI" panose="020B0604030504040204" pitchFamily="34" charset="-128"/>
                <a:ea typeface="Meiryo UI" panose="020B0604030504040204" pitchFamily="34" charset="-128"/>
              </a:defRPr>
            </a:lvl3pPr>
            <a:lvl4pPr>
              <a:defRPr>
                <a:latin typeface="Meiryo UI" panose="020B0604030504040204" pitchFamily="34" charset="-128"/>
                <a:ea typeface="Meiryo UI" panose="020B0604030504040204" pitchFamily="34" charset="-128"/>
              </a:defRPr>
            </a:lvl4pPr>
            <a:lvl5pPr>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endParaRPr lang="en-US"/>
          </a:p>
        </p:txBody>
      </p:sp>
      <p:sp>
        <p:nvSpPr>
          <p:cNvPr id="9" name="フッター プレースホルダー 8">
            <a:extLst>
              <a:ext uri="{FF2B5EF4-FFF2-40B4-BE49-F238E27FC236}">
                <a16:creationId xmlns:a16="http://schemas.microsoft.com/office/drawing/2014/main" id="{B09198F5-FF38-389C-E060-120AC6301809}"/>
              </a:ext>
            </a:extLst>
          </p:cNvPr>
          <p:cNvSpPr>
            <a:spLocks noGrp="1"/>
          </p:cNvSpPr>
          <p:nvPr>
            <p:ph type="ftr" sz="quarter" idx="16"/>
          </p:nvPr>
        </p:nvSpPr>
        <p:spPr>
          <a:xfrm>
            <a:off x="6159498" y="6343956"/>
            <a:ext cx="1509046"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endParaRPr lang="en-US"/>
          </a:p>
        </p:txBody>
      </p:sp>
      <p:sp>
        <p:nvSpPr>
          <p:cNvPr id="4" name="日付プレースホルダー 3">
            <a:extLst>
              <a:ext uri="{FF2B5EF4-FFF2-40B4-BE49-F238E27FC236}">
                <a16:creationId xmlns:a16="http://schemas.microsoft.com/office/drawing/2014/main" id="{15305F20-8340-4F06-2EA5-4D05FFED4587}"/>
              </a:ext>
            </a:extLst>
          </p:cNvPr>
          <p:cNvSpPr>
            <a:spLocks noGrp="1"/>
          </p:cNvSpPr>
          <p:nvPr>
            <p:ph type="dt" sz="half" idx="15"/>
          </p:nvPr>
        </p:nvSpPr>
        <p:spPr>
          <a:xfrm>
            <a:off x="7668543" y="6343956"/>
            <a:ext cx="691779" cy="365125"/>
          </a:xfrm>
        </p:spPr>
        <p:txBody>
          <a:bodyPr rtlCol="0"/>
          <a:lstStyle/>
          <a:p>
            <a:pPr rtl="0"/>
            <a:r>
              <a:rPr lang="en-US"/>
              <a:t>2025/11/24</a:t>
            </a:r>
          </a:p>
        </p:txBody>
      </p:sp>
      <p:sp>
        <p:nvSpPr>
          <p:cNvPr id="10" name="スライド番号プレースホルダー 9">
            <a:extLst>
              <a:ext uri="{FF2B5EF4-FFF2-40B4-BE49-F238E27FC236}">
                <a16:creationId xmlns:a16="http://schemas.microsoft.com/office/drawing/2014/main" id="{4963CA08-6B63-DC1E-8CB3-C323C9040122}"/>
              </a:ext>
            </a:extLst>
          </p:cNvPr>
          <p:cNvSpPr>
            <a:spLocks noGrp="1"/>
          </p:cNvSpPr>
          <p:nvPr>
            <p:ph type="sldNum" sz="quarter" idx="17"/>
          </p:nvPr>
        </p:nvSpPr>
        <p:spPr>
          <a:xfrm>
            <a:off x="8360322" y="6343956"/>
            <a:ext cx="383628" cy="365125"/>
          </a:xfrm>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35198532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画像付きコンテンツ 8">
    <p:bg>
      <p:bgPr>
        <a:solidFill>
          <a:schemeClr val="accent4">
            <a:alpha val="10000"/>
          </a:schemeClr>
        </a:solidFill>
        <a:effectLst/>
      </p:bgPr>
    </p:bg>
    <p:spTree>
      <p:nvGrpSpPr>
        <p:cNvPr id="1" name=""/>
        <p:cNvGrpSpPr/>
        <p:nvPr/>
      </p:nvGrpSpPr>
      <p:grpSpPr>
        <a:xfrm>
          <a:off x="0" y="0"/>
          <a:ext cx="0" cy="0"/>
          <a:chOff x="0" y="0"/>
          <a:chExt cx="0" cy="0"/>
        </a:xfrm>
      </p:grpSpPr>
      <p:sp>
        <p:nvSpPr>
          <p:cNvPr id="17" name="フリーフォーム(F) 16">
            <a:extLst>
              <a:ext uri="{FF2B5EF4-FFF2-40B4-BE49-F238E27FC236}">
                <a16:creationId xmlns:a16="http://schemas.microsoft.com/office/drawing/2014/main" id="{A6F5D5CD-E3CF-4D04-62B3-AF08E9EE6191}"/>
              </a:ext>
            </a:extLst>
          </p:cNvPr>
          <p:cNvSpPr/>
          <p:nvPr userDrawn="1"/>
        </p:nvSpPr>
        <p:spPr>
          <a:xfrm flipH="1">
            <a:off x="103099" y="1848144"/>
            <a:ext cx="301562" cy="3142976"/>
          </a:xfrm>
          <a:custGeom>
            <a:avLst/>
            <a:gdLst>
              <a:gd name="connsiteX0" fmla="*/ 402082 w 402082"/>
              <a:gd name="connsiteY0" fmla="*/ 0 h 3142976"/>
              <a:gd name="connsiteX1" fmla="*/ 402082 w 402082"/>
              <a:gd name="connsiteY1" fmla="*/ 3142976 h 3142976"/>
              <a:gd name="connsiteX2" fmla="*/ 394938 w 402082"/>
              <a:gd name="connsiteY2" fmla="*/ 3131216 h 3142976"/>
              <a:gd name="connsiteX3" fmla="*/ 0 w 402082"/>
              <a:gd name="connsiteY3" fmla="*/ 1571488 h 3142976"/>
              <a:gd name="connsiteX4" fmla="*/ 394938 w 402082"/>
              <a:gd name="connsiteY4" fmla="*/ 11760 h 3142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082" h="3142976">
                <a:moveTo>
                  <a:pt x="402082" y="0"/>
                </a:moveTo>
                <a:lnTo>
                  <a:pt x="402082" y="3142976"/>
                </a:lnTo>
                <a:lnTo>
                  <a:pt x="394938" y="3131216"/>
                </a:lnTo>
                <a:cubicBezTo>
                  <a:pt x="143068" y="2667567"/>
                  <a:pt x="0" y="2136235"/>
                  <a:pt x="0" y="1571488"/>
                </a:cubicBezTo>
                <a:cubicBezTo>
                  <a:pt x="0" y="1006741"/>
                  <a:pt x="143068" y="475410"/>
                  <a:pt x="394938" y="11760"/>
                </a:cubicBez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18" name="円/楕円 17">
            <a:extLst>
              <a:ext uri="{FF2B5EF4-FFF2-40B4-BE49-F238E27FC236}">
                <a16:creationId xmlns:a16="http://schemas.microsoft.com/office/drawing/2014/main" id="{B1DA5C74-70BA-EB67-6C91-23759A7DFE80}"/>
              </a:ext>
            </a:extLst>
          </p:cNvPr>
          <p:cNvSpPr/>
          <p:nvPr userDrawn="1"/>
        </p:nvSpPr>
        <p:spPr>
          <a:xfrm rot="1580702" flipH="1">
            <a:off x="590983" y="-89876"/>
            <a:ext cx="3004076" cy="7037751"/>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2" name="タイトル 1">
            <a:extLst>
              <a:ext uri="{FF2B5EF4-FFF2-40B4-BE49-F238E27FC236}">
                <a16:creationId xmlns:a16="http://schemas.microsoft.com/office/drawing/2014/main" id="{FAF3BB49-A328-F121-7F27-DEB7C3CC2B0F}"/>
              </a:ext>
            </a:extLst>
          </p:cNvPr>
          <p:cNvSpPr>
            <a:spLocks noGrp="1"/>
          </p:cNvSpPr>
          <p:nvPr>
            <p:ph type="title" hasCustomPrompt="1"/>
          </p:nvPr>
        </p:nvSpPr>
        <p:spPr>
          <a:xfrm>
            <a:off x="844453" y="533400"/>
            <a:ext cx="2584452" cy="1633865"/>
          </a:xfrm>
        </p:spPr>
        <p:txBody>
          <a:bodyPr rtlCol="0" anchor="b">
            <a:normAutofit/>
          </a:bodyPr>
          <a:lstStyle>
            <a:lvl1pPr>
              <a:defRPr sz="21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8" name="コンテンツ プレースホルダー 7">
            <a:extLst>
              <a:ext uri="{FF2B5EF4-FFF2-40B4-BE49-F238E27FC236}">
                <a16:creationId xmlns:a16="http://schemas.microsoft.com/office/drawing/2014/main" id="{747AED59-1A26-9C13-8482-7857E7DEFE52}"/>
              </a:ext>
            </a:extLst>
          </p:cNvPr>
          <p:cNvSpPr>
            <a:spLocks noGrp="1"/>
          </p:cNvSpPr>
          <p:nvPr>
            <p:ph sz="quarter" idx="14" hasCustomPrompt="1"/>
          </p:nvPr>
        </p:nvSpPr>
        <p:spPr>
          <a:xfrm>
            <a:off x="844548" y="2315570"/>
            <a:ext cx="2584452" cy="3266311"/>
          </a:xfrm>
        </p:spPr>
        <p:txBody>
          <a:bodyPr rtlCol="0">
            <a:normAutofit/>
          </a:bodyPr>
          <a:lstStyle>
            <a:lvl1pPr>
              <a:defRPr>
                <a:latin typeface="Meiryo UI" panose="020B0604030504040204" pitchFamily="34" charset="-128"/>
                <a:ea typeface="Meiryo UI" panose="020B0604030504040204" pitchFamily="34" charset="-128"/>
              </a:defRPr>
            </a:lvl1pPr>
            <a:lvl2pPr>
              <a:defRPr>
                <a:latin typeface="Meiryo UI" panose="020B0604030504040204" pitchFamily="34" charset="-128"/>
                <a:ea typeface="Meiryo UI" panose="020B0604030504040204" pitchFamily="34" charset="-128"/>
              </a:defRPr>
            </a:lvl2pPr>
            <a:lvl3pPr>
              <a:defRPr>
                <a:latin typeface="Meiryo UI" panose="020B0604030504040204" pitchFamily="34" charset="-128"/>
                <a:ea typeface="Meiryo UI" panose="020B0604030504040204" pitchFamily="34" charset="-128"/>
              </a:defRPr>
            </a:lvl3pPr>
            <a:lvl4pPr>
              <a:defRPr>
                <a:latin typeface="Meiryo UI" panose="020B0604030504040204" pitchFamily="34" charset="-128"/>
                <a:ea typeface="Meiryo UI" panose="020B0604030504040204" pitchFamily="34" charset="-128"/>
              </a:defRPr>
            </a:lvl4pPr>
            <a:lvl5pPr>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endParaRPr lang="en-US"/>
          </a:p>
        </p:txBody>
      </p:sp>
      <p:sp>
        <p:nvSpPr>
          <p:cNvPr id="21" name="図プレースホルダー 20">
            <a:extLst>
              <a:ext uri="{FF2B5EF4-FFF2-40B4-BE49-F238E27FC236}">
                <a16:creationId xmlns:a16="http://schemas.microsoft.com/office/drawing/2014/main" id="{D2358A49-B95B-0643-769E-B32E1FF58E94}"/>
              </a:ext>
            </a:extLst>
          </p:cNvPr>
          <p:cNvSpPr>
            <a:spLocks noGrp="1"/>
          </p:cNvSpPr>
          <p:nvPr>
            <p:ph type="pic" sz="quarter" idx="18" hasCustomPrompt="1"/>
          </p:nvPr>
        </p:nvSpPr>
        <p:spPr>
          <a:xfrm>
            <a:off x="3781381" y="164667"/>
            <a:ext cx="5248415" cy="6527172"/>
          </a:xfrm>
          <a:custGeom>
            <a:avLst/>
            <a:gdLst>
              <a:gd name="connsiteX0" fmla="*/ 2935334 w 6997886"/>
              <a:gd name="connsiteY0" fmla="*/ 0 h 6527172"/>
              <a:gd name="connsiteX1" fmla="*/ 6997886 w 6997886"/>
              <a:gd name="connsiteY1" fmla="*/ 0 h 6527172"/>
              <a:gd name="connsiteX2" fmla="*/ 6997886 w 6997886"/>
              <a:gd name="connsiteY2" fmla="*/ 6527172 h 6527172"/>
              <a:gd name="connsiteX3" fmla="*/ 3272207 w 6997886"/>
              <a:gd name="connsiteY3" fmla="*/ 6527172 h 6527172"/>
              <a:gd name="connsiteX4" fmla="*/ 3231795 w 6997886"/>
              <a:gd name="connsiteY4" fmla="*/ 6527172 h 6527172"/>
              <a:gd name="connsiteX5" fmla="*/ 3231795 w 6997886"/>
              <a:gd name="connsiteY5" fmla="*/ 6525133 h 6527172"/>
              <a:gd name="connsiteX6" fmla="*/ 2937642 w 6997886"/>
              <a:gd name="connsiteY6" fmla="*/ 6510279 h 6527172"/>
              <a:gd name="connsiteX7" fmla="*/ 0 w 6997886"/>
              <a:gd name="connsiteY7" fmla="*/ 3254966 h 6527172"/>
              <a:gd name="connsiteX8" fmla="*/ 2632735 w 6997886"/>
              <a:gd name="connsiteY8" fmla="*/ 45215 h 652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97886" h="6527172">
                <a:moveTo>
                  <a:pt x="2935334" y="0"/>
                </a:moveTo>
                <a:lnTo>
                  <a:pt x="6997886" y="0"/>
                </a:lnTo>
                <a:lnTo>
                  <a:pt x="6997886" y="6527172"/>
                </a:lnTo>
                <a:lnTo>
                  <a:pt x="3272207" y="6527172"/>
                </a:lnTo>
                <a:lnTo>
                  <a:pt x="3231795" y="6527172"/>
                </a:lnTo>
                <a:lnTo>
                  <a:pt x="3231795" y="6525133"/>
                </a:lnTo>
                <a:lnTo>
                  <a:pt x="2937642" y="6510279"/>
                </a:lnTo>
                <a:cubicBezTo>
                  <a:pt x="1287611" y="6342710"/>
                  <a:pt x="0" y="4949207"/>
                  <a:pt x="0" y="3254966"/>
                </a:cubicBezTo>
                <a:cubicBezTo>
                  <a:pt x="0" y="1666617"/>
                  <a:pt x="1131690" y="342587"/>
                  <a:pt x="2632735" y="45215"/>
                </a:cubicBez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rmAutofit/>
          </a:bodyPr>
          <a:lstStyle>
            <a:lvl1pPr>
              <a:buNone/>
              <a:defRPr>
                <a:latin typeface="Meiryo UI" panose="020B0604030504040204" pitchFamily="34" charset="-128"/>
                <a:ea typeface="Meiryo UI" panose="020B0604030504040204" pitchFamily="34" charset="-128"/>
              </a:defRPr>
            </a:lvl1pPr>
          </a:lstStyle>
          <a:p>
            <a:pPr rtl="0"/>
            <a:r>
              <a:rPr lang="ja"/>
              <a:t>   </a:t>
            </a:r>
          </a:p>
        </p:txBody>
      </p:sp>
      <p:sp>
        <p:nvSpPr>
          <p:cNvPr id="9" name="フッター プレースホルダー 8">
            <a:extLst>
              <a:ext uri="{FF2B5EF4-FFF2-40B4-BE49-F238E27FC236}">
                <a16:creationId xmlns:a16="http://schemas.microsoft.com/office/drawing/2014/main" id="{B09198F5-FF38-389C-E060-120AC6301809}"/>
              </a:ext>
            </a:extLst>
          </p:cNvPr>
          <p:cNvSpPr>
            <a:spLocks noGrp="1"/>
          </p:cNvSpPr>
          <p:nvPr>
            <p:ph type="ftr" sz="quarter" idx="16"/>
          </p:nvPr>
        </p:nvSpPr>
        <p:spPr>
          <a:xfrm>
            <a:off x="400051" y="6343956"/>
            <a:ext cx="1289726"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endParaRPr lang="en-US"/>
          </a:p>
        </p:txBody>
      </p:sp>
      <p:sp>
        <p:nvSpPr>
          <p:cNvPr id="4" name="日付プレースホルダー 3">
            <a:extLst>
              <a:ext uri="{FF2B5EF4-FFF2-40B4-BE49-F238E27FC236}">
                <a16:creationId xmlns:a16="http://schemas.microsoft.com/office/drawing/2014/main" id="{15305F20-8340-4F06-2EA5-4D05FFED4587}"/>
              </a:ext>
            </a:extLst>
          </p:cNvPr>
          <p:cNvSpPr>
            <a:spLocks noGrp="1"/>
          </p:cNvSpPr>
          <p:nvPr>
            <p:ph type="dt" sz="half" idx="15"/>
          </p:nvPr>
        </p:nvSpPr>
        <p:spPr>
          <a:xfrm>
            <a:off x="2027585" y="6343956"/>
            <a:ext cx="712325" cy="365125"/>
          </a:xfrm>
        </p:spPr>
        <p:txBody>
          <a:bodyPr rtlCol="0"/>
          <a:lstStyle/>
          <a:p>
            <a:pPr rtl="0"/>
            <a:r>
              <a:rPr lang="en-US"/>
              <a:t>2025/11/24</a:t>
            </a:r>
          </a:p>
        </p:txBody>
      </p:sp>
      <p:sp>
        <p:nvSpPr>
          <p:cNvPr id="10" name="スライド番号プレースホルダー 9">
            <a:extLst>
              <a:ext uri="{FF2B5EF4-FFF2-40B4-BE49-F238E27FC236}">
                <a16:creationId xmlns:a16="http://schemas.microsoft.com/office/drawing/2014/main" id="{4963CA08-6B63-DC1E-8CB3-C323C9040122}"/>
              </a:ext>
            </a:extLst>
          </p:cNvPr>
          <p:cNvSpPr>
            <a:spLocks noGrp="1"/>
          </p:cNvSpPr>
          <p:nvPr>
            <p:ph type="sldNum" sz="quarter" idx="17"/>
          </p:nvPr>
        </p:nvSpPr>
        <p:spPr>
          <a:xfrm>
            <a:off x="2739910" y="6343956"/>
            <a:ext cx="321905" cy="365125"/>
          </a:xfrm>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133220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画像付きコンテンツ 9">
    <p:bg>
      <p:bgPr>
        <a:solidFill>
          <a:schemeClr val="accent4">
            <a:alpha val="10000"/>
          </a:schemeClr>
        </a:solidFill>
        <a:effectLst/>
      </p:bgPr>
    </p:bg>
    <p:spTree>
      <p:nvGrpSpPr>
        <p:cNvPr id="1" name=""/>
        <p:cNvGrpSpPr/>
        <p:nvPr/>
      </p:nvGrpSpPr>
      <p:grpSpPr>
        <a:xfrm>
          <a:off x="0" y="0"/>
          <a:ext cx="0" cy="0"/>
          <a:chOff x="0" y="0"/>
          <a:chExt cx="0" cy="0"/>
        </a:xfrm>
      </p:grpSpPr>
      <p:sp>
        <p:nvSpPr>
          <p:cNvPr id="12" name="フリーフォーム(F) 11">
            <a:extLst>
              <a:ext uri="{FF2B5EF4-FFF2-40B4-BE49-F238E27FC236}">
                <a16:creationId xmlns:a16="http://schemas.microsoft.com/office/drawing/2014/main" id="{20219CD5-DC5B-EFA8-5DF8-F7D6FAE6C85B}"/>
              </a:ext>
            </a:extLst>
          </p:cNvPr>
          <p:cNvSpPr/>
          <p:nvPr userDrawn="1"/>
        </p:nvSpPr>
        <p:spPr>
          <a:xfrm rot="20019298">
            <a:off x="5960191" y="-88438"/>
            <a:ext cx="3004077" cy="7037752"/>
          </a:xfrm>
          <a:custGeom>
            <a:avLst/>
            <a:gdLst>
              <a:gd name="connsiteX0" fmla="*/ 1407172 w 4005436"/>
              <a:gd name="connsiteY0" fmla="*/ 6879551 h 7037752"/>
              <a:gd name="connsiteX1" fmla="*/ 2002718 w 4005436"/>
              <a:gd name="connsiteY1" fmla="*/ 7037752 h 7037752"/>
              <a:gd name="connsiteX2" fmla="*/ 2598265 w 4005436"/>
              <a:gd name="connsiteY2" fmla="*/ 6879550 h 7037752"/>
              <a:gd name="connsiteX3" fmla="*/ 2704498 w 4005436"/>
              <a:gd name="connsiteY3" fmla="*/ 6811233 h 7037752"/>
              <a:gd name="connsiteX4" fmla="*/ 3956793 w 4005436"/>
              <a:gd name="connsiteY4" fmla="*/ 4282413 h 7037752"/>
              <a:gd name="connsiteX5" fmla="*/ 3964748 w 4005436"/>
              <a:gd name="connsiteY5" fmla="*/ 4228052 h 7037752"/>
              <a:gd name="connsiteX6" fmla="*/ 4005436 w 4005436"/>
              <a:gd name="connsiteY6" fmla="*/ 3518876 h 7037752"/>
              <a:gd name="connsiteX7" fmla="*/ 2002718 w 4005436"/>
              <a:gd name="connsiteY7" fmla="*/ 0 h 7037752"/>
              <a:gd name="connsiteX8" fmla="*/ 0 w 4005436"/>
              <a:gd name="connsiteY8" fmla="*/ 3518876 h 7037752"/>
              <a:gd name="connsiteX9" fmla="*/ 1407172 w 4005436"/>
              <a:gd name="connsiteY9" fmla="*/ 6879551 h 7037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5436" h="7037752">
                <a:moveTo>
                  <a:pt x="1407172" y="6879551"/>
                </a:moveTo>
                <a:cubicBezTo>
                  <a:pt x="1595304" y="6982365"/>
                  <a:pt x="1795330" y="7037752"/>
                  <a:pt x="2002718" y="7037752"/>
                </a:cubicBezTo>
                <a:cubicBezTo>
                  <a:pt x="2210106" y="7037752"/>
                  <a:pt x="2410133" y="6982365"/>
                  <a:pt x="2598265" y="6879550"/>
                </a:cubicBezTo>
                <a:lnTo>
                  <a:pt x="2704498" y="6811233"/>
                </a:lnTo>
                <a:lnTo>
                  <a:pt x="3956793" y="4282413"/>
                </a:lnTo>
                <a:lnTo>
                  <a:pt x="3964748" y="4228052"/>
                </a:lnTo>
                <a:cubicBezTo>
                  <a:pt x="3991426" y="3998982"/>
                  <a:pt x="4005436" y="3761804"/>
                  <a:pt x="4005436" y="3518876"/>
                </a:cubicBezTo>
                <a:cubicBezTo>
                  <a:pt x="4005436" y="1575454"/>
                  <a:pt x="3108789" y="0"/>
                  <a:pt x="2002718" y="0"/>
                </a:cubicBezTo>
                <a:cubicBezTo>
                  <a:pt x="896647" y="0"/>
                  <a:pt x="0" y="1575454"/>
                  <a:pt x="0" y="3518876"/>
                </a:cubicBezTo>
                <a:cubicBezTo>
                  <a:pt x="0" y="5097906"/>
                  <a:pt x="591927" y="6434020"/>
                  <a:pt x="1407172" y="6879551"/>
                </a:cubicBez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2" name="タイトル 1">
            <a:extLst>
              <a:ext uri="{FF2B5EF4-FFF2-40B4-BE49-F238E27FC236}">
                <a16:creationId xmlns:a16="http://schemas.microsoft.com/office/drawing/2014/main" id="{FAF3BB49-A328-F121-7F27-DEB7C3CC2B0F}"/>
              </a:ext>
            </a:extLst>
          </p:cNvPr>
          <p:cNvSpPr>
            <a:spLocks noGrp="1"/>
          </p:cNvSpPr>
          <p:nvPr>
            <p:ph type="title" hasCustomPrompt="1"/>
          </p:nvPr>
        </p:nvSpPr>
        <p:spPr>
          <a:xfrm>
            <a:off x="6457950" y="990512"/>
            <a:ext cx="1707642" cy="1858941"/>
          </a:xfrm>
        </p:spPr>
        <p:txBody>
          <a:bodyPr rtlCol="0" anchor="b">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13" name="図プレースホルダー 13">
            <a:extLst>
              <a:ext uri="{FF2B5EF4-FFF2-40B4-BE49-F238E27FC236}">
                <a16:creationId xmlns:a16="http://schemas.microsoft.com/office/drawing/2014/main" id="{69FEC478-99B0-EEC3-65B0-04416E8FBEE4}"/>
              </a:ext>
            </a:extLst>
          </p:cNvPr>
          <p:cNvSpPr>
            <a:spLocks noGrp="1"/>
          </p:cNvSpPr>
          <p:nvPr>
            <p:ph type="pic" sz="quarter" idx="18" hasCustomPrompt="1"/>
          </p:nvPr>
        </p:nvSpPr>
        <p:spPr>
          <a:xfrm>
            <a:off x="114300" y="164721"/>
            <a:ext cx="5659570" cy="6528558"/>
          </a:xfrm>
          <a:custGeom>
            <a:avLst/>
            <a:gdLst>
              <a:gd name="connsiteX0" fmla="*/ 0 w 7546093"/>
              <a:gd name="connsiteY0" fmla="*/ 0 h 6528558"/>
              <a:gd name="connsiteX1" fmla="*/ 4587849 w 7546093"/>
              <a:gd name="connsiteY1" fmla="*/ 0 h 6528558"/>
              <a:gd name="connsiteX2" fmla="*/ 4608452 w 7546093"/>
              <a:gd name="connsiteY2" fmla="*/ 1040 h 6528558"/>
              <a:gd name="connsiteX3" fmla="*/ 7531231 w 7546093"/>
              <a:gd name="connsiteY3" fmla="*/ 2942432 h 6528558"/>
              <a:gd name="connsiteX4" fmla="*/ 7546093 w 7546093"/>
              <a:gd name="connsiteY4" fmla="*/ 3256332 h 6528558"/>
              <a:gd name="connsiteX5" fmla="*/ 7546093 w 7546093"/>
              <a:gd name="connsiteY5" fmla="*/ 3256372 h 6528558"/>
              <a:gd name="connsiteX6" fmla="*/ 7531231 w 7546093"/>
              <a:gd name="connsiteY6" fmla="*/ 3570272 h 6528558"/>
              <a:gd name="connsiteX7" fmla="*/ 4608452 w 7546093"/>
              <a:gd name="connsiteY7" fmla="*/ 6511665 h 6528558"/>
              <a:gd name="connsiteX8" fmla="*/ 4314299 w 7546093"/>
              <a:gd name="connsiteY8" fmla="*/ 6526519 h 6528558"/>
              <a:gd name="connsiteX9" fmla="*/ 4314299 w 7546093"/>
              <a:gd name="connsiteY9" fmla="*/ 6528558 h 6528558"/>
              <a:gd name="connsiteX10" fmla="*/ 4273888 w 7546093"/>
              <a:gd name="connsiteY10" fmla="*/ 6528558 h 6528558"/>
              <a:gd name="connsiteX11" fmla="*/ 0 w 7546093"/>
              <a:gd name="connsiteY11" fmla="*/ 6528558 h 652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46093" h="6528558">
                <a:moveTo>
                  <a:pt x="0" y="0"/>
                </a:moveTo>
                <a:lnTo>
                  <a:pt x="4587849" y="0"/>
                </a:lnTo>
                <a:lnTo>
                  <a:pt x="4608452" y="1040"/>
                </a:lnTo>
                <a:cubicBezTo>
                  <a:pt x="6155356" y="158136"/>
                  <a:pt x="7383727" y="1392713"/>
                  <a:pt x="7531231" y="2942432"/>
                </a:cubicBezTo>
                <a:lnTo>
                  <a:pt x="7546093" y="3256332"/>
                </a:lnTo>
                <a:lnTo>
                  <a:pt x="7546093" y="3256372"/>
                </a:lnTo>
                <a:lnTo>
                  <a:pt x="7531231" y="3570272"/>
                </a:lnTo>
                <a:cubicBezTo>
                  <a:pt x="7383727" y="5119992"/>
                  <a:pt x="6155356" y="6354569"/>
                  <a:pt x="4608452" y="6511665"/>
                </a:cubicBezTo>
                <a:lnTo>
                  <a:pt x="4314299" y="6526519"/>
                </a:lnTo>
                <a:lnTo>
                  <a:pt x="4314299" y="6528558"/>
                </a:lnTo>
                <a:lnTo>
                  <a:pt x="4273888" y="6528558"/>
                </a:lnTo>
                <a:lnTo>
                  <a:pt x="0" y="6528558"/>
                </a:lnTo>
                <a:close/>
              </a:path>
            </a:pathLst>
          </a:custGeom>
          <a:blipFill>
            <a:blip r:embed="rId2" cstate="email">
              <a:alphaModFix amt="60000"/>
              <a:extLst>
                <a:ext uri="{28A0092B-C50C-407E-A947-70E740481C1C}">
                  <a14:useLocalDpi xmlns:a14="http://schemas.microsoft.com/office/drawing/2010/main"/>
                </a:ext>
              </a:extLst>
            </a:blip>
            <a:srcRect/>
            <a:stretch>
              <a:fillRect/>
            </a:stretch>
          </a:blipFill>
        </p:spPr>
        <p:txBody>
          <a:bodyPr wrap="square" rtlCol="0">
            <a:normAutofit/>
          </a:bodyPr>
          <a:lstStyle>
            <a:lvl1pPr>
              <a:buNone/>
              <a:defRPr>
                <a:latin typeface="Meiryo UI" panose="020B0604030504040204" pitchFamily="34" charset="-128"/>
                <a:ea typeface="Meiryo UI" panose="020B0604030504040204" pitchFamily="34" charset="-128"/>
              </a:defRPr>
            </a:lvl1pPr>
          </a:lstStyle>
          <a:p>
            <a:pPr rtl="0"/>
            <a:r>
              <a:rPr lang="ja"/>
              <a:t>   </a:t>
            </a:r>
          </a:p>
        </p:txBody>
      </p:sp>
      <p:sp>
        <p:nvSpPr>
          <p:cNvPr id="8" name="コンテンツ プレースホルダー 7">
            <a:extLst>
              <a:ext uri="{FF2B5EF4-FFF2-40B4-BE49-F238E27FC236}">
                <a16:creationId xmlns:a16="http://schemas.microsoft.com/office/drawing/2014/main" id="{6E0D00CE-C191-6DE5-9D82-7EFB59BC3739}"/>
              </a:ext>
            </a:extLst>
          </p:cNvPr>
          <p:cNvSpPr>
            <a:spLocks noGrp="1"/>
          </p:cNvSpPr>
          <p:nvPr>
            <p:ph sz="quarter" idx="14" hasCustomPrompt="1"/>
          </p:nvPr>
        </p:nvSpPr>
        <p:spPr>
          <a:xfrm>
            <a:off x="6458695" y="3011335"/>
            <a:ext cx="1707642" cy="2656250"/>
          </a:xfrm>
        </p:spPr>
        <p:txBody>
          <a:bodyPr vert="horz" lIns="91440" tIns="45720" rIns="91440" bIns="45720" rtlCol="0">
            <a:normAutofit/>
          </a:bodyPr>
          <a:lstStyle>
            <a:lvl1pPr marL="0" indent="0">
              <a:buNone/>
              <a:defRPr lang="en-US" dirty="0">
                <a:latin typeface="Meiryo UI" panose="020B0604030504040204" pitchFamily="34" charset="-128"/>
                <a:ea typeface="Meiryo UI" panose="020B0604030504040204" pitchFamily="34" charset="-128"/>
              </a:defRPr>
            </a:lvl1pPr>
            <a:lvl2pPr marL="171450" indent="0">
              <a:buNone/>
              <a:defRPr lang="en-US" dirty="0">
                <a:latin typeface="Meiryo UI" panose="020B0604030504040204" pitchFamily="34" charset="-128"/>
                <a:ea typeface="Meiryo UI" panose="020B0604030504040204" pitchFamily="34" charset="-128"/>
              </a:defRPr>
            </a:lvl2pPr>
            <a:lvl3pPr marL="342900" indent="0">
              <a:buNone/>
              <a:defRPr lang="en-US" dirty="0">
                <a:latin typeface="Meiryo UI" panose="020B0604030504040204" pitchFamily="34" charset="-128"/>
                <a:ea typeface="Meiryo UI" panose="020B0604030504040204" pitchFamily="34" charset="-128"/>
              </a:defRPr>
            </a:lvl3pPr>
            <a:lvl4pPr marL="514350" indent="0">
              <a:buNone/>
              <a:defRPr lang="en-US" dirty="0">
                <a:latin typeface="Meiryo UI" panose="020B0604030504040204" pitchFamily="34" charset="-128"/>
                <a:ea typeface="Meiryo UI" panose="020B0604030504040204" pitchFamily="34" charset="-128"/>
              </a:defRPr>
            </a:lvl4pPr>
            <a:lvl5pPr marL="685800" indent="0">
              <a:buNone/>
              <a:defRPr lang="en-US" dirty="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6" name="フッター プレースホルダー 5">
            <a:extLst>
              <a:ext uri="{FF2B5EF4-FFF2-40B4-BE49-F238E27FC236}">
                <a16:creationId xmlns:a16="http://schemas.microsoft.com/office/drawing/2014/main" id="{C2BDD5A2-CE3E-3215-6DAA-F75C0D1229DA}"/>
              </a:ext>
            </a:extLst>
          </p:cNvPr>
          <p:cNvSpPr>
            <a:spLocks noGrp="1"/>
          </p:cNvSpPr>
          <p:nvPr>
            <p:ph type="ftr" sz="quarter" idx="11"/>
          </p:nvPr>
        </p:nvSpPr>
        <p:spPr>
          <a:xfrm>
            <a:off x="6666046" y="6343956"/>
            <a:ext cx="1053345"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endParaRPr lang="en-US"/>
          </a:p>
        </p:txBody>
      </p:sp>
      <p:sp>
        <p:nvSpPr>
          <p:cNvPr id="5" name="日付プレースホルダー 4">
            <a:extLst>
              <a:ext uri="{FF2B5EF4-FFF2-40B4-BE49-F238E27FC236}">
                <a16:creationId xmlns:a16="http://schemas.microsoft.com/office/drawing/2014/main" id="{897D0B7E-1A60-DA52-6965-92412B1C2F9F}"/>
              </a:ext>
            </a:extLst>
          </p:cNvPr>
          <p:cNvSpPr>
            <a:spLocks noGrp="1"/>
          </p:cNvSpPr>
          <p:nvPr>
            <p:ph type="dt" sz="half" idx="10"/>
          </p:nvPr>
        </p:nvSpPr>
        <p:spPr>
          <a:xfrm>
            <a:off x="7719392" y="6343956"/>
            <a:ext cx="640930" cy="365125"/>
          </a:xfrm>
        </p:spPr>
        <p:txBody>
          <a:bodyPr rtlCol="0"/>
          <a:lstStyle>
            <a:lvl1pPr>
              <a:defRPr>
                <a:solidFill>
                  <a:schemeClr val="tx1"/>
                </a:solidFill>
                <a:effectLst/>
              </a:defRPr>
            </a:lvl1pPr>
          </a:lstStyle>
          <a:p>
            <a:pPr rtl="0"/>
            <a:r>
              <a:rPr lang="en-US"/>
              <a:t>2025/11/24</a:t>
            </a:r>
          </a:p>
        </p:txBody>
      </p:sp>
      <p:sp>
        <p:nvSpPr>
          <p:cNvPr id="7" name="スライド番号プレースホルダー 6">
            <a:extLst>
              <a:ext uri="{FF2B5EF4-FFF2-40B4-BE49-F238E27FC236}">
                <a16:creationId xmlns:a16="http://schemas.microsoft.com/office/drawing/2014/main" id="{B1B822F1-284A-1786-FAF2-72129E2FE64D}"/>
              </a:ext>
            </a:extLst>
          </p:cNvPr>
          <p:cNvSpPr>
            <a:spLocks noGrp="1"/>
          </p:cNvSpPr>
          <p:nvPr>
            <p:ph type="sldNum" sz="quarter" idx="12"/>
          </p:nvPr>
        </p:nvSpPr>
        <p:spPr>
          <a:xfrm>
            <a:off x="8360322" y="6343956"/>
            <a:ext cx="383628" cy="365125"/>
          </a:xfrm>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36039280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画像付きコンテンツ 10">
    <p:bg>
      <p:bgPr>
        <a:solidFill>
          <a:schemeClr val="accent4">
            <a:alpha val="10000"/>
          </a:schemeClr>
        </a:solidFill>
        <a:effectLst/>
      </p:bgPr>
    </p:bg>
    <p:spTree>
      <p:nvGrpSpPr>
        <p:cNvPr id="1" name=""/>
        <p:cNvGrpSpPr/>
        <p:nvPr/>
      </p:nvGrpSpPr>
      <p:grpSpPr>
        <a:xfrm>
          <a:off x="0" y="0"/>
          <a:ext cx="0" cy="0"/>
          <a:chOff x="0" y="0"/>
          <a:chExt cx="0" cy="0"/>
        </a:xfrm>
      </p:grpSpPr>
      <p:sp>
        <p:nvSpPr>
          <p:cNvPr id="3" name="フリーフォーム(F) 2">
            <a:extLst>
              <a:ext uri="{FF2B5EF4-FFF2-40B4-BE49-F238E27FC236}">
                <a16:creationId xmlns:a16="http://schemas.microsoft.com/office/drawing/2014/main" id="{4AD72708-2B95-BB79-3164-6243FC090627}"/>
              </a:ext>
            </a:extLst>
          </p:cNvPr>
          <p:cNvSpPr/>
          <p:nvPr userDrawn="1"/>
        </p:nvSpPr>
        <p:spPr>
          <a:xfrm rot="1580702" flipH="1">
            <a:off x="236881" y="-88437"/>
            <a:ext cx="3004077" cy="7037752"/>
          </a:xfrm>
          <a:custGeom>
            <a:avLst/>
            <a:gdLst>
              <a:gd name="connsiteX0" fmla="*/ 1502208 w 4005436"/>
              <a:gd name="connsiteY0" fmla="*/ 6926968 h 7037752"/>
              <a:gd name="connsiteX1" fmla="*/ 0 w 4005436"/>
              <a:gd name="connsiteY1" fmla="*/ 3518876 h 7037752"/>
              <a:gd name="connsiteX2" fmla="*/ 2002718 w 4005436"/>
              <a:gd name="connsiteY2" fmla="*/ 0 h 7037752"/>
              <a:gd name="connsiteX3" fmla="*/ 4005436 w 4005436"/>
              <a:gd name="connsiteY3" fmla="*/ 3518876 h 7037752"/>
              <a:gd name="connsiteX4" fmla="*/ 3915398 w 4005436"/>
              <a:gd name="connsiteY4" fmla="*/ 4565282 h 7037752"/>
              <a:gd name="connsiteX5" fmla="*/ 3905874 w 4005436"/>
              <a:gd name="connsiteY5" fmla="*/ 4611004 h 7037752"/>
              <a:gd name="connsiteX6" fmla="*/ 2883498 w 4005436"/>
              <a:gd name="connsiteY6" fmla="*/ 6675537 h 7037752"/>
              <a:gd name="connsiteX7" fmla="*/ 2782266 w 4005436"/>
              <a:gd name="connsiteY7" fmla="*/ 6761221 h 7037752"/>
              <a:gd name="connsiteX8" fmla="*/ 2002718 w 4005436"/>
              <a:gd name="connsiteY8" fmla="*/ 7037752 h 7037752"/>
              <a:gd name="connsiteX9" fmla="*/ 1502208 w 4005436"/>
              <a:gd name="connsiteY9" fmla="*/ 6926968 h 7037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5436" h="7037752">
                <a:moveTo>
                  <a:pt x="1502208" y="6926968"/>
                </a:moveTo>
                <a:cubicBezTo>
                  <a:pt x="638336" y="6536439"/>
                  <a:pt x="0" y="5158638"/>
                  <a:pt x="0" y="3518876"/>
                </a:cubicBezTo>
                <a:cubicBezTo>
                  <a:pt x="0" y="1575454"/>
                  <a:pt x="896647" y="0"/>
                  <a:pt x="2002718" y="0"/>
                </a:cubicBezTo>
                <a:cubicBezTo>
                  <a:pt x="3108789" y="0"/>
                  <a:pt x="4005436" y="1575454"/>
                  <a:pt x="4005436" y="3518876"/>
                </a:cubicBezTo>
                <a:cubicBezTo>
                  <a:pt x="4005436" y="3883268"/>
                  <a:pt x="3973913" y="4234723"/>
                  <a:pt x="3915398" y="4565282"/>
                </a:cubicBezTo>
                <a:lnTo>
                  <a:pt x="3905874" y="4611004"/>
                </a:lnTo>
                <a:lnTo>
                  <a:pt x="2883498" y="6675537"/>
                </a:lnTo>
                <a:lnTo>
                  <a:pt x="2782266" y="6761221"/>
                </a:lnTo>
                <a:cubicBezTo>
                  <a:pt x="2542664" y="6939286"/>
                  <a:pt x="2279236" y="7037752"/>
                  <a:pt x="2002718" y="7037752"/>
                </a:cubicBezTo>
                <a:cubicBezTo>
                  <a:pt x="1829894" y="7037752"/>
                  <a:pt x="1662184" y="6999289"/>
                  <a:pt x="1502208" y="6926968"/>
                </a:cubicBez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2" name="タイトル 1">
            <a:extLst>
              <a:ext uri="{FF2B5EF4-FFF2-40B4-BE49-F238E27FC236}">
                <a16:creationId xmlns:a16="http://schemas.microsoft.com/office/drawing/2014/main" id="{FAF3BB49-A328-F121-7F27-DEB7C3CC2B0F}"/>
              </a:ext>
            </a:extLst>
          </p:cNvPr>
          <p:cNvSpPr>
            <a:spLocks noGrp="1"/>
          </p:cNvSpPr>
          <p:nvPr>
            <p:ph type="title" hasCustomPrompt="1"/>
          </p:nvPr>
        </p:nvSpPr>
        <p:spPr>
          <a:xfrm>
            <a:off x="976024" y="990512"/>
            <a:ext cx="1710026" cy="1858941"/>
          </a:xfrm>
        </p:spPr>
        <p:txBody>
          <a:bodyPr rtlCol="0" anchor="b">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8" name="コンテンツ プレースホルダー 7">
            <a:extLst>
              <a:ext uri="{FF2B5EF4-FFF2-40B4-BE49-F238E27FC236}">
                <a16:creationId xmlns:a16="http://schemas.microsoft.com/office/drawing/2014/main" id="{6E0D00CE-C191-6DE5-9D82-7EFB59BC3739}"/>
              </a:ext>
            </a:extLst>
          </p:cNvPr>
          <p:cNvSpPr>
            <a:spLocks noGrp="1"/>
          </p:cNvSpPr>
          <p:nvPr>
            <p:ph sz="quarter" idx="14" hasCustomPrompt="1"/>
          </p:nvPr>
        </p:nvSpPr>
        <p:spPr>
          <a:xfrm>
            <a:off x="972339" y="3011335"/>
            <a:ext cx="1710026" cy="2656250"/>
          </a:xfrm>
        </p:spPr>
        <p:txBody>
          <a:bodyPr vert="horz" lIns="91440" tIns="45720" rIns="91440" bIns="45720" rtlCol="0">
            <a:normAutofit/>
          </a:bodyPr>
          <a:lstStyle>
            <a:lvl1pPr marL="0" indent="0">
              <a:buNone/>
              <a:defRPr lang="en-US" dirty="0">
                <a:latin typeface="Meiryo UI" panose="020B0604030504040204" pitchFamily="34" charset="-128"/>
                <a:ea typeface="Meiryo UI" panose="020B0604030504040204" pitchFamily="34" charset="-128"/>
              </a:defRPr>
            </a:lvl1pPr>
            <a:lvl2pPr marL="171450" indent="0">
              <a:buNone/>
              <a:defRPr lang="en-US" dirty="0">
                <a:latin typeface="Meiryo UI" panose="020B0604030504040204" pitchFamily="34" charset="-128"/>
                <a:ea typeface="Meiryo UI" panose="020B0604030504040204" pitchFamily="34" charset="-128"/>
              </a:defRPr>
            </a:lvl2pPr>
            <a:lvl3pPr marL="342900" indent="0">
              <a:buNone/>
              <a:defRPr lang="en-US" dirty="0">
                <a:latin typeface="Meiryo UI" panose="020B0604030504040204" pitchFamily="34" charset="-128"/>
                <a:ea typeface="Meiryo UI" panose="020B0604030504040204" pitchFamily="34" charset="-128"/>
              </a:defRPr>
            </a:lvl3pPr>
            <a:lvl4pPr marL="514350" indent="0">
              <a:buNone/>
              <a:defRPr lang="en-US" dirty="0">
                <a:latin typeface="Meiryo UI" panose="020B0604030504040204" pitchFamily="34" charset="-128"/>
                <a:ea typeface="Meiryo UI" panose="020B0604030504040204" pitchFamily="34" charset="-128"/>
              </a:defRPr>
            </a:lvl4pPr>
            <a:lvl5pPr marL="685800" indent="0">
              <a:buNone/>
              <a:defRPr lang="en-US" dirty="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4" name="図プレースホルダー 13">
            <a:extLst>
              <a:ext uri="{FF2B5EF4-FFF2-40B4-BE49-F238E27FC236}">
                <a16:creationId xmlns:a16="http://schemas.microsoft.com/office/drawing/2014/main" id="{DC0F35B6-D31B-9BC3-EFBD-789AE72074D5}"/>
              </a:ext>
            </a:extLst>
          </p:cNvPr>
          <p:cNvSpPr>
            <a:spLocks noGrp="1"/>
          </p:cNvSpPr>
          <p:nvPr>
            <p:ph type="pic" sz="quarter" idx="18" hasCustomPrompt="1"/>
          </p:nvPr>
        </p:nvSpPr>
        <p:spPr>
          <a:xfrm>
            <a:off x="3427281" y="167600"/>
            <a:ext cx="5602420" cy="6522800"/>
          </a:xfrm>
          <a:custGeom>
            <a:avLst/>
            <a:gdLst>
              <a:gd name="connsiteX0" fmla="*/ 3231795 w 7469893"/>
              <a:gd name="connsiteY0" fmla="*/ 0 h 6522800"/>
              <a:gd name="connsiteX1" fmla="*/ 3272207 w 7469893"/>
              <a:gd name="connsiteY1" fmla="*/ 0 h 6522800"/>
              <a:gd name="connsiteX2" fmla="*/ 7469893 w 7469893"/>
              <a:gd name="connsiteY2" fmla="*/ 0 h 6522800"/>
              <a:gd name="connsiteX3" fmla="*/ 7469893 w 7469893"/>
              <a:gd name="connsiteY3" fmla="*/ 6522800 h 6522800"/>
              <a:gd name="connsiteX4" fmla="*/ 2906071 w 7469893"/>
              <a:gd name="connsiteY4" fmla="*/ 6522800 h 6522800"/>
              <a:gd name="connsiteX5" fmla="*/ 2632735 w 7469893"/>
              <a:gd name="connsiteY5" fmla="*/ 6481958 h 6522800"/>
              <a:gd name="connsiteX6" fmla="*/ 0 w 7469893"/>
              <a:gd name="connsiteY6" fmla="*/ 3272207 h 6522800"/>
              <a:gd name="connsiteX7" fmla="*/ 2937642 w 7469893"/>
              <a:gd name="connsiteY7" fmla="*/ 16894 h 6522800"/>
              <a:gd name="connsiteX8" fmla="*/ 3231795 w 7469893"/>
              <a:gd name="connsiteY8" fmla="*/ 2040 h 652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69893" h="6522800">
                <a:moveTo>
                  <a:pt x="3231795" y="0"/>
                </a:moveTo>
                <a:lnTo>
                  <a:pt x="3272207" y="0"/>
                </a:lnTo>
                <a:lnTo>
                  <a:pt x="7469893" y="0"/>
                </a:lnTo>
                <a:lnTo>
                  <a:pt x="7469893" y="6522800"/>
                </a:lnTo>
                <a:lnTo>
                  <a:pt x="2906071" y="6522800"/>
                </a:lnTo>
                <a:lnTo>
                  <a:pt x="2632735" y="6481958"/>
                </a:lnTo>
                <a:cubicBezTo>
                  <a:pt x="1131690" y="6184586"/>
                  <a:pt x="0" y="4860556"/>
                  <a:pt x="0" y="3272207"/>
                </a:cubicBezTo>
                <a:cubicBezTo>
                  <a:pt x="0" y="1577966"/>
                  <a:pt x="1287611" y="184463"/>
                  <a:pt x="2937642" y="16894"/>
                </a:cubicBezTo>
                <a:lnTo>
                  <a:pt x="3231795" y="2040"/>
                </a:lnTo>
                <a:close/>
              </a:path>
            </a:pathLst>
          </a:custGeom>
          <a:blipFill>
            <a:blip r:embed="rId2" cstate="email">
              <a:alphaModFix amt="60000"/>
              <a:extLst>
                <a:ext uri="{28A0092B-C50C-407E-A947-70E740481C1C}">
                  <a14:useLocalDpi xmlns:a14="http://schemas.microsoft.com/office/drawing/2010/main"/>
                </a:ext>
              </a:extLst>
            </a:blip>
            <a:srcRect/>
            <a:stretch>
              <a:fillRect/>
            </a:stretch>
          </a:blipFill>
        </p:spPr>
        <p:txBody>
          <a:bodyPr wrap="square" rtlCol="0">
            <a:normAutofit/>
          </a:bodyPr>
          <a:lstStyle>
            <a:lvl1pPr>
              <a:buNone/>
              <a:defRPr>
                <a:latin typeface="Meiryo UI" panose="020B0604030504040204" pitchFamily="34" charset="-128"/>
                <a:ea typeface="Meiryo UI" panose="020B0604030504040204" pitchFamily="34" charset="-128"/>
              </a:defRPr>
            </a:lvl1pPr>
          </a:lstStyle>
          <a:p>
            <a:pPr rtl="0"/>
            <a:r>
              <a:rPr lang="ja"/>
              <a:t>   </a:t>
            </a:r>
          </a:p>
        </p:txBody>
      </p:sp>
      <p:sp>
        <p:nvSpPr>
          <p:cNvPr id="6" name="フッター プレースホルダー 5">
            <a:extLst>
              <a:ext uri="{FF2B5EF4-FFF2-40B4-BE49-F238E27FC236}">
                <a16:creationId xmlns:a16="http://schemas.microsoft.com/office/drawing/2014/main" id="{C2BDD5A2-CE3E-3215-6DAA-F75C0D1229DA}"/>
              </a:ext>
            </a:extLst>
          </p:cNvPr>
          <p:cNvSpPr>
            <a:spLocks noGrp="1"/>
          </p:cNvSpPr>
          <p:nvPr>
            <p:ph type="ftr" sz="quarter" idx="11"/>
          </p:nvPr>
        </p:nvSpPr>
        <p:spPr>
          <a:xfrm>
            <a:off x="396365" y="6343956"/>
            <a:ext cx="1118753"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endParaRPr lang="en-US"/>
          </a:p>
        </p:txBody>
      </p:sp>
      <p:sp>
        <p:nvSpPr>
          <p:cNvPr id="5" name="日付プレースホルダー 4">
            <a:extLst>
              <a:ext uri="{FF2B5EF4-FFF2-40B4-BE49-F238E27FC236}">
                <a16:creationId xmlns:a16="http://schemas.microsoft.com/office/drawing/2014/main" id="{897D0B7E-1A60-DA52-6965-92412B1C2F9F}"/>
              </a:ext>
            </a:extLst>
          </p:cNvPr>
          <p:cNvSpPr>
            <a:spLocks noGrp="1"/>
          </p:cNvSpPr>
          <p:nvPr>
            <p:ph type="dt" sz="half" idx="10"/>
          </p:nvPr>
        </p:nvSpPr>
        <p:spPr>
          <a:xfrm>
            <a:off x="1204624" y="6343956"/>
            <a:ext cx="1198184" cy="365125"/>
          </a:xfrm>
        </p:spPr>
        <p:txBody>
          <a:bodyPr rtlCol="0"/>
          <a:lstStyle>
            <a:lvl1pPr>
              <a:defRPr>
                <a:solidFill>
                  <a:schemeClr val="tx1"/>
                </a:solidFill>
                <a:effectLst/>
              </a:defRPr>
            </a:lvl1pPr>
          </a:lstStyle>
          <a:p>
            <a:pPr rtl="0"/>
            <a:r>
              <a:rPr lang="en-US"/>
              <a:t>2025/11/24</a:t>
            </a:r>
          </a:p>
        </p:txBody>
      </p:sp>
      <p:sp>
        <p:nvSpPr>
          <p:cNvPr id="7" name="スライド番号プレースホルダー 6">
            <a:extLst>
              <a:ext uri="{FF2B5EF4-FFF2-40B4-BE49-F238E27FC236}">
                <a16:creationId xmlns:a16="http://schemas.microsoft.com/office/drawing/2014/main" id="{B1B822F1-284A-1786-FAF2-72129E2FE64D}"/>
              </a:ext>
            </a:extLst>
          </p:cNvPr>
          <p:cNvSpPr>
            <a:spLocks noGrp="1"/>
          </p:cNvSpPr>
          <p:nvPr>
            <p:ph type="sldNum" sz="quarter" idx="12"/>
          </p:nvPr>
        </p:nvSpPr>
        <p:spPr>
          <a:xfrm>
            <a:off x="2402808" y="6343956"/>
            <a:ext cx="321905" cy="365125"/>
          </a:xfrm>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19545870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画像付きコンテンツ 11">
    <p:bg>
      <p:bgPr>
        <a:solidFill>
          <a:schemeClr val="accent4">
            <a:alpha val="10000"/>
          </a:schemeClr>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F3BB49-A328-F121-7F27-DEB7C3CC2B0F}"/>
              </a:ext>
            </a:extLst>
          </p:cNvPr>
          <p:cNvSpPr>
            <a:spLocks noGrp="1"/>
          </p:cNvSpPr>
          <p:nvPr>
            <p:ph type="title" hasCustomPrompt="1"/>
          </p:nvPr>
        </p:nvSpPr>
        <p:spPr>
          <a:xfrm>
            <a:off x="400050" y="5012269"/>
            <a:ext cx="2971800" cy="702732"/>
          </a:xfrm>
        </p:spPr>
        <p:txBody>
          <a:bodyPr rtlCol="0" anchor="t">
            <a:normAutofit/>
          </a:bodyPr>
          <a:lstStyle>
            <a:lvl1pPr>
              <a:defRPr sz="21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11" name="図プレースホルダー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 y="148920"/>
            <a:ext cx="8915401" cy="4486212"/>
          </a:xfrm>
          <a:blipFill dpi="0" rotWithShape="1">
            <a:blip r:embed="rId2">
              <a:alphaModFix amt="60000"/>
            </a:blip>
            <a:srcRect/>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sp>
        <p:nvSpPr>
          <p:cNvPr id="8" name="コンテンツ プレースホルダー 7">
            <a:extLst>
              <a:ext uri="{FF2B5EF4-FFF2-40B4-BE49-F238E27FC236}">
                <a16:creationId xmlns:a16="http://schemas.microsoft.com/office/drawing/2014/main" id="{C3D15418-1E32-0501-0E66-54FC2DD08E39}"/>
              </a:ext>
            </a:extLst>
          </p:cNvPr>
          <p:cNvSpPr>
            <a:spLocks noGrp="1"/>
          </p:cNvSpPr>
          <p:nvPr>
            <p:ph sz="quarter" idx="14" hasCustomPrompt="1"/>
          </p:nvPr>
        </p:nvSpPr>
        <p:spPr>
          <a:xfrm>
            <a:off x="3867007" y="5012268"/>
            <a:ext cx="4876943" cy="1159933"/>
          </a:xfrm>
        </p:spPr>
        <p:txBody>
          <a:bodyPr vert="horz" lIns="91440" tIns="45720" rIns="91440" bIns="45720" rtlCol="0">
            <a:normAutofit/>
          </a:bodyPr>
          <a:lstStyle>
            <a:lvl1pPr marL="0" indent="0">
              <a:buNone/>
              <a:defRPr lang="en-US" dirty="0">
                <a:latin typeface="Meiryo UI" panose="020B0604030504040204" pitchFamily="34" charset="-128"/>
                <a:ea typeface="Meiryo UI" panose="020B0604030504040204" pitchFamily="34" charset="-128"/>
              </a:defRPr>
            </a:lvl1pPr>
            <a:lvl2pPr marL="171450" indent="0">
              <a:buNone/>
              <a:defRPr lang="en-US" dirty="0">
                <a:latin typeface="Meiryo UI" panose="020B0604030504040204" pitchFamily="34" charset="-128"/>
                <a:ea typeface="Meiryo UI" panose="020B0604030504040204" pitchFamily="34" charset="-128"/>
              </a:defRPr>
            </a:lvl2pPr>
            <a:lvl3pPr marL="342900" indent="0">
              <a:buNone/>
              <a:defRPr lang="en-US" dirty="0">
                <a:latin typeface="Meiryo UI" panose="020B0604030504040204" pitchFamily="34" charset="-128"/>
                <a:ea typeface="Meiryo UI" panose="020B0604030504040204" pitchFamily="34" charset="-128"/>
              </a:defRPr>
            </a:lvl3pPr>
            <a:lvl4pPr marL="514350" indent="0">
              <a:buNone/>
              <a:defRPr lang="en-US" dirty="0">
                <a:latin typeface="Meiryo UI" panose="020B0604030504040204" pitchFamily="34" charset="-128"/>
                <a:ea typeface="Meiryo UI" panose="020B0604030504040204" pitchFamily="34" charset="-128"/>
              </a:defRPr>
            </a:lvl4pPr>
            <a:lvl5pPr marL="685800" indent="0">
              <a:buNone/>
              <a:defRPr lang="en-US" dirty="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6" name="フッター プレースホルダー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5" name="日付プレースホルダー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2025/11/24</a:t>
            </a:r>
          </a:p>
        </p:txBody>
      </p:sp>
      <p:sp>
        <p:nvSpPr>
          <p:cNvPr id="7" name="スライド番号プレースホルダー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294426329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画像付きコンテンツ 12">
    <p:bg>
      <p:bgPr>
        <a:solidFill>
          <a:schemeClr val="accent4">
            <a:alpha val="10000"/>
          </a:schemeClr>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F3BB49-A328-F121-7F27-DEB7C3CC2B0F}"/>
              </a:ext>
            </a:extLst>
          </p:cNvPr>
          <p:cNvSpPr>
            <a:spLocks noGrp="1"/>
          </p:cNvSpPr>
          <p:nvPr>
            <p:ph type="title" hasCustomPrompt="1"/>
          </p:nvPr>
        </p:nvSpPr>
        <p:spPr>
          <a:xfrm>
            <a:off x="400050" y="3880758"/>
            <a:ext cx="2343150" cy="1148443"/>
          </a:xfrm>
        </p:spPr>
        <p:txBody>
          <a:bodyPr rtlCol="0" anchor="t">
            <a:normAutofit/>
          </a:bodyPr>
          <a:lstStyle>
            <a:lvl1pPr>
              <a:defRPr sz="21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11" name="図プレースホルダー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 y="148921"/>
            <a:ext cx="8915401" cy="3294411"/>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sp>
        <p:nvSpPr>
          <p:cNvPr id="8" name="コンテンツ プレースホルダー 7">
            <a:extLst>
              <a:ext uri="{FF2B5EF4-FFF2-40B4-BE49-F238E27FC236}">
                <a16:creationId xmlns:a16="http://schemas.microsoft.com/office/drawing/2014/main" id="{C3D15418-1E32-0501-0E66-54FC2DD08E39}"/>
              </a:ext>
            </a:extLst>
          </p:cNvPr>
          <p:cNvSpPr>
            <a:spLocks noGrp="1"/>
          </p:cNvSpPr>
          <p:nvPr>
            <p:ph sz="quarter" idx="14" hasCustomPrompt="1"/>
          </p:nvPr>
        </p:nvSpPr>
        <p:spPr>
          <a:xfrm>
            <a:off x="3091777" y="3880758"/>
            <a:ext cx="5652173" cy="2463197"/>
          </a:xfrm>
        </p:spPr>
        <p:txBody>
          <a:bodyPr vert="horz" lIns="91440" tIns="45720" rIns="91440" bIns="45720" rtlCol="0">
            <a:normAutofit/>
          </a:bodyPr>
          <a:lstStyle>
            <a:lvl1pPr marL="0" indent="0">
              <a:buNone/>
              <a:defRPr lang="en-US" dirty="0">
                <a:latin typeface="Meiryo UI" panose="020B0604030504040204" pitchFamily="34" charset="-128"/>
                <a:ea typeface="Meiryo UI" panose="020B0604030504040204" pitchFamily="34" charset="-128"/>
              </a:defRPr>
            </a:lvl1pPr>
            <a:lvl2pPr marL="171450" indent="0">
              <a:buNone/>
              <a:defRPr lang="en-US" dirty="0">
                <a:latin typeface="Meiryo UI" panose="020B0604030504040204" pitchFamily="34" charset="-128"/>
                <a:ea typeface="Meiryo UI" panose="020B0604030504040204" pitchFamily="34" charset="-128"/>
              </a:defRPr>
            </a:lvl2pPr>
            <a:lvl3pPr marL="342900" indent="0">
              <a:buNone/>
              <a:defRPr lang="en-US" dirty="0">
                <a:latin typeface="Meiryo UI" panose="020B0604030504040204" pitchFamily="34" charset="-128"/>
                <a:ea typeface="Meiryo UI" panose="020B0604030504040204" pitchFamily="34" charset="-128"/>
              </a:defRPr>
            </a:lvl3pPr>
            <a:lvl4pPr marL="514350" indent="0">
              <a:buNone/>
              <a:defRPr lang="en-US" dirty="0">
                <a:latin typeface="Meiryo UI" panose="020B0604030504040204" pitchFamily="34" charset="-128"/>
                <a:ea typeface="Meiryo UI" panose="020B0604030504040204" pitchFamily="34" charset="-128"/>
              </a:defRPr>
            </a:lvl4pPr>
            <a:lvl5pPr marL="685800" indent="0">
              <a:buNone/>
              <a:defRPr lang="en-US" dirty="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6" name="フッター プレースホルダー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endParaRPr lang="en-US"/>
          </a:p>
        </p:txBody>
      </p:sp>
      <p:sp>
        <p:nvSpPr>
          <p:cNvPr id="5" name="日付プレースホルダー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2025/11/24</a:t>
            </a:r>
          </a:p>
        </p:txBody>
      </p:sp>
      <p:sp>
        <p:nvSpPr>
          <p:cNvPr id="7" name="スライド番号プレースホルダー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22088114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画像付きコンテンツ 13">
    <p:bg>
      <p:bgPr>
        <a:solidFill>
          <a:schemeClr val="accent4">
            <a:alpha val="10000"/>
          </a:schemeClr>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F3BB49-A328-F121-7F27-DEB7C3CC2B0F}"/>
              </a:ext>
            </a:extLst>
          </p:cNvPr>
          <p:cNvSpPr>
            <a:spLocks noGrp="1"/>
          </p:cNvSpPr>
          <p:nvPr>
            <p:ph type="title" hasCustomPrompt="1"/>
          </p:nvPr>
        </p:nvSpPr>
        <p:spPr>
          <a:xfrm>
            <a:off x="400050" y="533402"/>
            <a:ext cx="2323555" cy="1142999"/>
          </a:xfrm>
        </p:spPr>
        <p:txBody>
          <a:bodyPr rtlCol="0" anchor="t">
            <a:normAutofit/>
          </a:bodyPr>
          <a:lstStyle>
            <a:lvl1pPr>
              <a:defRPr sz="21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6" name="フッター プレースホルダー 5">
            <a:extLst>
              <a:ext uri="{FF2B5EF4-FFF2-40B4-BE49-F238E27FC236}">
                <a16:creationId xmlns:a16="http://schemas.microsoft.com/office/drawing/2014/main" id="{C2BDD5A2-CE3E-3215-6DAA-F75C0D1229DA}"/>
              </a:ext>
            </a:extLst>
          </p:cNvPr>
          <p:cNvSpPr>
            <a:spLocks noGrp="1"/>
          </p:cNvSpPr>
          <p:nvPr>
            <p:ph type="ftr" sz="quarter" idx="11"/>
          </p:nvPr>
        </p:nvSpPr>
        <p:spPr>
          <a:xfrm>
            <a:off x="400051" y="152401"/>
            <a:ext cx="2150420"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endParaRPr lang="en-US"/>
          </a:p>
        </p:txBody>
      </p:sp>
      <p:sp>
        <p:nvSpPr>
          <p:cNvPr id="5" name="日付プレースホルダー 4">
            <a:extLst>
              <a:ext uri="{FF2B5EF4-FFF2-40B4-BE49-F238E27FC236}">
                <a16:creationId xmlns:a16="http://schemas.microsoft.com/office/drawing/2014/main" id="{897D0B7E-1A60-DA52-6965-92412B1C2F9F}"/>
              </a:ext>
            </a:extLst>
          </p:cNvPr>
          <p:cNvSpPr>
            <a:spLocks noGrp="1"/>
          </p:cNvSpPr>
          <p:nvPr>
            <p:ph type="dt" sz="half" idx="10"/>
          </p:nvPr>
        </p:nvSpPr>
        <p:spPr>
          <a:xfrm>
            <a:off x="7174421" y="152401"/>
            <a:ext cx="1169534" cy="365125"/>
          </a:xfrm>
        </p:spPr>
        <p:txBody>
          <a:bodyPr rtlCol="0"/>
          <a:lstStyle/>
          <a:p>
            <a:pPr rtl="0"/>
            <a:r>
              <a:rPr lang="en-US"/>
              <a:t>2025/11/24</a:t>
            </a:r>
          </a:p>
        </p:txBody>
      </p:sp>
      <p:sp>
        <p:nvSpPr>
          <p:cNvPr id="7" name="スライド番号プレースホルダー 6">
            <a:extLst>
              <a:ext uri="{FF2B5EF4-FFF2-40B4-BE49-F238E27FC236}">
                <a16:creationId xmlns:a16="http://schemas.microsoft.com/office/drawing/2014/main" id="{B1B822F1-284A-1786-FAF2-72129E2FE64D}"/>
              </a:ext>
            </a:extLst>
          </p:cNvPr>
          <p:cNvSpPr>
            <a:spLocks noGrp="1"/>
          </p:cNvSpPr>
          <p:nvPr>
            <p:ph type="sldNum" sz="quarter" idx="12"/>
          </p:nvPr>
        </p:nvSpPr>
        <p:spPr>
          <a:xfrm>
            <a:off x="8358864" y="152401"/>
            <a:ext cx="385087" cy="365125"/>
          </a:xfrm>
        </p:spPr>
        <p:txBody>
          <a:bodyPr rtlCol="0"/>
          <a:lstStyle/>
          <a:p>
            <a:pPr rtl="0"/>
            <a:fld id="{AEAA3239-9EA4-4A65-A281-97F994456D9F}" type="slidenum">
              <a:rPr lang="en-US" smtClean="0"/>
              <a:t>‹#›</a:t>
            </a:fld>
            <a:endParaRPr lang="en-US"/>
          </a:p>
        </p:txBody>
      </p:sp>
      <p:sp>
        <p:nvSpPr>
          <p:cNvPr id="8" name="コンテンツ プレースホルダー 7">
            <a:extLst>
              <a:ext uri="{FF2B5EF4-FFF2-40B4-BE49-F238E27FC236}">
                <a16:creationId xmlns:a16="http://schemas.microsoft.com/office/drawing/2014/main" id="{C3D15418-1E32-0501-0E66-54FC2DD08E39}"/>
              </a:ext>
            </a:extLst>
          </p:cNvPr>
          <p:cNvSpPr>
            <a:spLocks noGrp="1"/>
          </p:cNvSpPr>
          <p:nvPr>
            <p:ph sz="quarter" idx="14" hasCustomPrompt="1"/>
          </p:nvPr>
        </p:nvSpPr>
        <p:spPr>
          <a:xfrm>
            <a:off x="3091777" y="533399"/>
            <a:ext cx="5652173" cy="2459736"/>
          </a:xfrm>
        </p:spPr>
        <p:txBody>
          <a:bodyPr vert="horz" lIns="91440" tIns="45720" rIns="91440" bIns="45720" rtlCol="0">
            <a:normAutofit/>
          </a:bodyPr>
          <a:lstStyle>
            <a:lvl1pPr marL="0" indent="0">
              <a:buNone/>
              <a:defRPr lang="en-US" dirty="0">
                <a:latin typeface="Meiryo UI" panose="020B0604030504040204" pitchFamily="34" charset="-128"/>
                <a:ea typeface="Meiryo UI" panose="020B0604030504040204" pitchFamily="34" charset="-128"/>
              </a:defRPr>
            </a:lvl1pPr>
            <a:lvl2pPr marL="171450" indent="0">
              <a:buNone/>
              <a:defRPr lang="en-US" dirty="0">
                <a:latin typeface="Meiryo UI" panose="020B0604030504040204" pitchFamily="34" charset="-128"/>
                <a:ea typeface="Meiryo UI" panose="020B0604030504040204" pitchFamily="34" charset="-128"/>
              </a:defRPr>
            </a:lvl2pPr>
            <a:lvl3pPr marL="342900" indent="0">
              <a:buNone/>
              <a:defRPr lang="en-US" dirty="0">
                <a:latin typeface="Meiryo UI" panose="020B0604030504040204" pitchFamily="34" charset="-128"/>
                <a:ea typeface="Meiryo UI" panose="020B0604030504040204" pitchFamily="34" charset="-128"/>
              </a:defRPr>
            </a:lvl3pPr>
            <a:lvl4pPr marL="514350" indent="0">
              <a:buNone/>
              <a:defRPr lang="en-US" dirty="0">
                <a:latin typeface="Meiryo UI" panose="020B0604030504040204" pitchFamily="34" charset="-128"/>
                <a:ea typeface="Meiryo UI" panose="020B0604030504040204" pitchFamily="34" charset="-128"/>
              </a:defRPr>
            </a:lvl4pPr>
            <a:lvl5pPr marL="685800" indent="0">
              <a:buNone/>
              <a:defRPr lang="en-US" dirty="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4" name="図プレースホルダー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14300" y="3636525"/>
            <a:ext cx="8915401" cy="3069076"/>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spTree>
    <p:extLst>
      <p:ext uri="{BB962C8B-B14F-4D97-AF65-F5344CB8AC3E}">
        <p14:creationId xmlns:p14="http://schemas.microsoft.com/office/powerpoint/2010/main" val="1316188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画像付きコンテンツ 14">
    <p:bg>
      <p:bgPr>
        <a:solidFill>
          <a:schemeClr val="accent4">
            <a:alpha val="10000"/>
          </a:schemeClr>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F3BB49-A328-F121-7F27-DEB7C3CC2B0F}"/>
              </a:ext>
            </a:extLst>
          </p:cNvPr>
          <p:cNvSpPr>
            <a:spLocks noGrp="1"/>
          </p:cNvSpPr>
          <p:nvPr>
            <p:ph type="title" hasCustomPrompt="1"/>
          </p:nvPr>
        </p:nvSpPr>
        <p:spPr>
          <a:xfrm>
            <a:off x="400051" y="559341"/>
            <a:ext cx="8343899" cy="659860"/>
          </a:xfrm>
        </p:spPr>
        <p:txBody>
          <a:bodyPr rtlCol="0" anchor="t">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9" name="フッター プレースホルダー 8">
            <a:extLst>
              <a:ext uri="{FF2B5EF4-FFF2-40B4-BE49-F238E27FC236}">
                <a16:creationId xmlns:a16="http://schemas.microsoft.com/office/drawing/2014/main" id="{820916D3-99FA-E971-607F-14E290E58854}"/>
              </a:ext>
            </a:extLst>
          </p:cNvPr>
          <p:cNvSpPr>
            <a:spLocks noGrp="1"/>
          </p:cNvSpPr>
          <p:nvPr>
            <p:ph type="ftr" sz="quarter" idx="16"/>
          </p:nvPr>
        </p:nvSpPr>
        <p:spPr>
          <a:xfrm>
            <a:off x="400050" y="152401"/>
            <a:ext cx="3537388"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endParaRPr lang="en-US"/>
          </a:p>
        </p:txBody>
      </p:sp>
      <p:sp>
        <p:nvSpPr>
          <p:cNvPr id="4" name="日付プレースホルダー 3">
            <a:extLst>
              <a:ext uri="{FF2B5EF4-FFF2-40B4-BE49-F238E27FC236}">
                <a16:creationId xmlns:a16="http://schemas.microsoft.com/office/drawing/2014/main" id="{9F3CAD5B-18BB-E21E-3A4C-7BAACB8519A4}"/>
              </a:ext>
            </a:extLst>
          </p:cNvPr>
          <p:cNvSpPr>
            <a:spLocks noGrp="1"/>
          </p:cNvSpPr>
          <p:nvPr>
            <p:ph type="dt" sz="half" idx="15"/>
          </p:nvPr>
        </p:nvSpPr>
        <p:spPr>
          <a:xfrm>
            <a:off x="7264947" y="152401"/>
            <a:ext cx="1087273" cy="365125"/>
          </a:xfrm>
        </p:spPr>
        <p:txBody>
          <a:bodyPr rtlCol="0"/>
          <a:lstStyle/>
          <a:p>
            <a:pPr rtl="0"/>
            <a:r>
              <a:rPr lang="en-US"/>
              <a:t>2025/11/24</a:t>
            </a:r>
          </a:p>
        </p:txBody>
      </p:sp>
      <p:sp>
        <p:nvSpPr>
          <p:cNvPr id="10" name="スライド番号プレースホルダー 9">
            <a:extLst>
              <a:ext uri="{FF2B5EF4-FFF2-40B4-BE49-F238E27FC236}">
                <a16:creationId xmlns:a16="http://schemas.microsoft.com/office/drawing/2014/main" id="{BBDEAB8E-8806-A459-E320-4CA2B455BFD7}"/>
              </a:ext>
            </a:extLst>
          </p:cNvPr>
          <p:cNvSpPr>
            <a:spLocks noGrp="1"/>
          </p:cNvSpPr>
          <p:nvPr>
            <p:ph type="sldNum" sz="quarter" idx="17"/>
          </p:nvPr>
        </p:nvSpPr>
        <p:spPr>
          <a:xfrm>
            <a:off x="8352220" y="152401"/>
            <a:ext cx="391730" cy="365125"/>
          </a:xfrm>
        </p:spPr>
        <p:txBody>
          <a:bodyPr rtlCol="0"/>
          <a:lstStyle/>
          <a:p>
            <a:pPr rtl="0"/>
            <a:fld id="{AEAA3239-9EA4-4A65-A281-97F994456D9F}" type="slidenum">
              <a:rPr lang="en-US" smtClean="0"/>
              <a:t>‹#›</a:t>
            </a:fld>
            <a:endParaRPr lang="en-US"/>
          </a:p>
        </p:txBody>
      </p:sp>
      <p:sp>
        <p:nvSpPr>
          <p:cNvPr id="8" name="コンテンツ プレースホルダー 7">
            <a:extLst>
              <a:ext uri="{FF2B5EF4-FFF2-40B4-BE49-F238E27FC236}">
                <a16:creationId xmlns:a16="http://schemas.microsoft.com/office/drawing/2014/main" id="{07755DB3-9272-8E5E-039F-AC14A2C07898}"/>
              </a:ext>
            </a:extLst>
          </p:cNvPr>
          <p:cNvSpPr>
            <a:spLocks noGrp="1"/>
          </p:cNvSpPr>
          <p:nvPr>
            <p:ph sz="quarter" idx="14" hasCustomPrompt="1"/>
          </p:nvPr>
        </p:nvSpPr>
        <p:spPr>
          <a:xfrm>
            <a:off x="400051" y="1912400"/>
            <a:ext cx="3537387" cy="4412201"/>
          </a:xfrm>
        </p:spPr>
        <p:txBody>
          <a:bodyPr rtlCol="0">
            <a:normAutofit/>
          </a:bodyPr>
          <a:lstStyle>
            <a:lvl1pPr>
              <a:defRPr>
                <a:latin typeface="Meiryo UI" panose="020B0604030504040204" pitchFamily="34" charset="-128"/>
                <a:ea typeface="Meiryo UI" panose="020B0604030504040204" pitchFamily="34" charset="-128"/>
              </a:defRPr>
            </a:lvl1pPr>
            <a:lvl2pPr>
              <a:defRPr>
                <a:latin typeface="Meiryo UI" panose="020B0604030504040204" pitchFamily="34" charset="-128"/>
                <a:ea typeface="Meiryo UI" panose="020B0604030504040204" pitchFamily="34" charset="-128"/>
              </a:defRPr>
            </a:lvl2pPr>
            <a:lvl3pPr>
              <a:defRPr>
                <a:latin typeface="Meiryo UI" panose="020B0604030504040204" pitchFamily="34" charset="-128"/>
                <a:ea typeface="Meiryo UI" panose="020B0604030504040204" pitchFamily="34" charset="-128"/>
              </a:defRPr>
            </a:lvl3pPr>
            <a:lvl4pPr>
              <a:defRPr>
                <a:latin typeface="Meiryo UI" panose="020B0604030504040204" pitchFamily="34" charset="-128"/>
                <a:ea typeface="Meiryo UI" panose="020B0604030504040204" pitchFamily="34" charset="-128"/>
              </a:defRPr>
            </a:lvl4pPr>
            <a:lvl5pPr>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6" name="図プレースホルダー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4303395" y="1912398"/>
            <a:ext cx="4726304" cy="4796682"/>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rmAutofit/>
          </a:bodyPr>
          <a:lstStyle>
            <a:lvl1pPr>
              <a:buNone/>
              <a:defRPr lang="en-US" dirty="0">
                <a:latin typeface="Meiryo UI" panose="020B0604030504040204" pitchFamily="34" charset="-128"/>
                <a:ea typeface="Meiryo UI" panose="020B0604030504040204" pitchFamily="34" charset="-128"/>
              </a:defRPr>
            </a:lvl1pPr>
          </a:lstStyle>
          <a:p>
            <a:pPr marL="171450" lvl="0" indent="-171450" rtl="0"/>
            <a:r>
              <a:rPr lang="ja"/>
              <a:t>   </a:t>
            </a:r>
          </a:p>
        </p:txBody>
      </p:sp>
      <p:grpSp>
        <p:nvGrpSpPr>
          <p:cNvPr id="3" name="グループ 2">
            <a:extLst>
              <a:ext uri="{FF2B5EF4-FFF2-40B4-BE49-F238E27FC236}">
                <a16:creationId xmlns:a16="http://schemas.microsoft.com/office/drawing/2014/main" id="{F940C24D-FF4E-8AAF-2910-D50A3A251652}"/>
              </a:ext>
            </a:extLst>
          </p:cNvPr>
          <p:cNvGrpSpPr/>
          <p:nvPr userDrawn="1"/>
        </p:nvGrpSpPr>
        <p:grpSpPr>
          <a:xfrm>
            <a:off x="114300" y="6324600"/>
            <a:ext cx="842265" cy="452960"/>
            <a:chOff x="2207201" y="-990600"/>
            <a:chExt cx="1500864" cy="605360"/>
          </a:xfrm>
          <a:solidFill>
            <a:schemeClr val="accent4">
              <a:lumMod val="40000"/>
              <a:lumOff val="60000"/>
            </a:schemeClr>
          </a:solidFill>
        </p:grpSpPr>
        <p:sp>
          <p:nvSpPr>
            <p:cNvPr id="5" name="フリーフォーム(F) 4">
              <a:extLst>
                <a:ext uri="{FF2B5EF4-FFF2-40B4-BE49-F238E27FC236}">
                  <a16:creationId xmlns:a16="http://schemas.microsoft.com/office/drawing/2014/main" id="{0138C3D8-BB2E-E3B6-280F-9E743B4B7B8B}"/>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7" name="円/楕円 6">
              <a:extLst>
                <a:ext uri="{FF2B5EF4-FFF2-40B4-BE49-F238E27FC236}">
                  <a16:creationId xmlns:a16="http://schemas.microsoft.com/office/drawing/2014/main" id="{C3174D68-1212-7186-915B-3F82519AAA92}"/>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11" name="円/楕円 10">
              <a:extLst>
                <a:ext uri="{FF2B5EF4-FFF2-40B4-BE49-F238E27FC236}">
                  <a16:creationId xmlns:a16="http://schemas.microsoft.com/office/drawing/2014/main" id="{208C56CE-E9E2-5BC6-3882-4888D89D6807}"/>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Tree>
    <p:extLst>
      <p:ext uri="{BB962C8B-B14F-4D97-AF65-F5344CB8AC3E}">
        <p14:creationId xmlns:p14="http://schemas.microsoft.com/office/powerpoint/2010/main" val="410976872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画像付きコンテンツ 15">
    <p:bg>
      <p:bgPr>
        <a:solidFill>
          <a:schemeClr val="accent4">
            <a:alpha val="10000"/>
          </a:schemeClr>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F3BB49-A328-F121-7F27-DEB7C3CC2B0F}"/>
              </a:ext>
            </a:extLst>
          </p:cNvPr>
          <p:cNvSpPr>
            <a:spLocks noGrp="1"/>
          </p:cNvSpPr>
          <p:nvPr>
            <p:ph type="title" hasCustomPrompt="1"/>
          </p:nvPr>
        </p:nvSpPr>
        <p:spPr>
          <a:xfrm>
            <a:off x="400051" y="538028"/>
            <a:ext cx="8343899" cy="681172"/>
          </a:xfrm>
        </p:spPr>
        <p:txBody>
          <a:bodyPr rtlCol="0" anchor="t">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9" name="フッター プレースホルダー 8">
            <a:extLst>
              <a:ext uri="{FF2B5EF4-FFF2-40B4-BE49-F238E27FC236}">
                <a16:creationId xmlns:a16="http://schemas.microsoft.com/office/drawing/2014/main" id="{820916D3-99FA-E971-607F-14E290E58854}"/>
              </a:ext>
            </a:extLst>
          </p:cNvPr>
          <p:cNvSpPr>
            <a:spLocks noGrp="1"/>
          </p:cNvSpPr>
          <p:nvPr>
            <p:ph type="ftr" sz="quarter" idx="16"/>
          </p:nvPr>
        </p:nvSpPr>
        <p:spPr>
          <a:xfrm>
            <a:off x="400050" y="172904"/>
            <a:ext cx="1608085"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endParaRPr lang="en-US"/>
          </a:p>
        </p:txBody>
      </p:sp>
      <p:sp>
        <p:nvSpPr>
          <p:cNvPr id="4" name="日付プレースホルダー 3">
            <a:extLst>
              <a:ext uri="{FF2B5EF4-FFF2-40B4-BE49-F238E27FC236}">
                <a16:creationId xmlns:a16="http://schemas.microsoft.com/office/drawing/2014/main" id="{9F3CAD5B-18BB-E21E-3A4C-7BAACB8519A4}"/>
              </a:ext>
            </a:extLst>
          </p:cNvPr>
          <p:cNvSpPr>
            <a:spLocks noGrp="1"/>
          </p:cNvSpPr>
          <p:nvPr>
            <p:ph type="dt" sz="half" idx="15"/>
          </p:nvPr>
        </p:nvSpPr>
        <p:spPr>
          <a:xfrm>
            <a:off x="7273992" y="172904"/>
            <a:ext cx="1087273" cy="365125"/>
          </a:xfrm>
        </p:spPr>
        <p:txBody>
          <a:bodyPr rtlCol="0"/>
          <a:lstStyle/>
          <a:p>
            <a:pPr rtl="0"/>
            <a:r>
              <a:rPr lang="en-US"/>
              <a:t>2025/11/24</a:t>
            </a:r>
          </a:p>
        </p:txBody>
      </p:sp>
      <p:sp>
        <p:nvSpPr>
          <p:cNvPr id="10" name="スライド番号プレースホルダー 9">
            <a:extLst>
              <a:ext uri="{FF2B5EF4-FFF2-40B4-BE49-F238E27FC236}">
                <a16:creationId xmlns:a16="http://schemas.microsoft.com/office/drawing/2014/main" id="{BBDEAB8E-8806-A459-E320-4CA2B455BFD7}"/>
              </a:ext>
            </a:extLst>
          </p:cNvPr>
          <p:cNvSpPr>
            <a:spLocks noGrp="1"/>
          </p:cNvSpPr>
          <p:nvPr>
            <p:ph type="sldNum" sz="quarter" idx="17"/>
          </p:nvPr>
        </p:nvSpPr>
        <p:spPr>
          <a:xfrm>
            <a:off x="8343900" y="172904"/>
            <a:ext cx="400050" cy="365125"/>
          </a:xfrm>
        </p:spPr>
        <p:txBody>
          <a:bodyPr rtlCol="0"/>
          <a:lstStyle/>
          <a:p>
            <a:pPr rtl="0"/>
            <a:fld id="{AEAA3239-9EA4-4A65-A281-97F994456D9F}" type="slidenum">
              <a:rPr lang="en-US" smtClean="0"/>
              <a:t>‹#›</a:t>
            </a:fld>
            <a:endParaRPr lang="en-US"/>
          </a:p>
        </p:txBody>
      </p:sp>
      <p:sp>
        <p:nvSpPr>
          <p:cNvPr id="12" name="図プレースホルダー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14301" y="1713654"/>
            <a:ext cx="4785503" cy="49919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rmAutofit/>
          </a:bodyPr>
          <a:lstStyle>
            <a:lvl1pPr>
              <a:buNone/>
              <a:defRPr lang="en-US" dirty="0">
                <a:latin typeface="Meiryo UI" panose="020B0604030504040204" pitchFamily="34" charset="-128"/>
                <a:ea typeface="Meiryo UI" panose="020B0604030504040204" pitchFamily="34" charset="-128"/>
              </a:defRPr>
            </a:lvl1pPr>
          </a:lstStyle>
          <a:p>
            <a:pPr marL="171450" lvl="0" indent="-171450" rtl="0"/>
            <a:r>
              <a:rPr lang="ja"/>
              <a:t>   </a:t>
            </a:r>
          </a:p>
        </p:txBody>
      </p:sp>
      <p:sp>
        <p:nvSpPr>
          <p:cNvPr id="8" name="コンテンツ プレースホルダー 7">
            <a:extLst>
              <a:ext uri="{FF2B5EF4-FFF2-40B4-BE49-F238E27FC236}">
                <a16:creationId xmlns:a16="http://schemas.microsoft.com/office/drawing/2014/main" id="{07755DB3-9272-8E5E-039F-AC14A2C07898}"/>
              </a:ext>
            </a:extLst>
          </p:cNvPr>
          <p:cNvSpPr>
            <a:spLocks noGrp="1"/>
          </p:cNvSpPr>
          <p:nvPr>
            <p:ph sz="quarter" idx="14" hasCustomPrompt="1"/>
          </p:nvPr>
        </p:nvSpPr>
        <p:spPr>
          <a:xfrm>
            <a:off x="5327442" y="1713653"/>
            <a:ext cx="3416509" cy="4626221"/>
          </a:xfrm>
        </p:spPr>
        <p:txBody>
          <a:bodyPr rtlCol="0">
            <a:normAutofit/>
          </a:bodyPr>
          <a:lstStyle>
            <a:lvl1pPr>
              <a:defRPr>
                <a:latin typeface="Meiryo UI" panose="020B0604030504040204" pitchFamily="34" charset="-128"/>
                <a:ea typeface="Meiryo UI" panose="020B0604030504040204" pitchFamily="34" charset="-128"/>
              </a:defRPr>
            </a:lvl1pPr>
            <a:lvl2pPr>
              <a:defRPr>
                <a:latin typeface="Meiryo UI" panose="020B0604030504040204" pitchFamily="34" charset="-128"/>
                <a:ea typeface="Meiryo UI" panose="020B0604030504040204" pitchFamily="34" charset="-128"/>
              </a:defRPr>
            </a:lvl2pPr>
            <a:lvl3pPr>
              <a:defRPr>
                <a:latin typeface="Meiryo UI" panose="020B0604030504040204" pitchFamily="34" charset="-128"/>
                <a:ea typeface="Meiryo UI" panose="020B0604030504040204" pitchFamily="34" charset="-128"/>
              </a:defRPr>
            </a:lvl3pPr>
            <a:lvl4pPr>
              <a:defRPr>
                <a:latin typeface="Meiryo UI" panose="020B0604030504040204" pitchFamily="34" charset="-128"/>
                <a:ea typeface="Meiryo UI" panose="020B0604030504040204" pitchFamily="34" charset="-128"/>
              </a:defRPr>
            </a:lvl4pPr>
            <a:lvl5pPr>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grpSp>
        <p:nvGrpSpPr>
          <p:cNvPr id="3" name="グループ 2">
            <a:extLst>
              <a:ext uri="{FF2B5EF4-FFF2-40B4-BE49-F238E27FC236}">
                <a16:creationId xmlns:a16="http://schemas.microsoft.com/office/drawing/2014/main" id="{93DC2AD8-EEC1-274E-2CAF-91B6E6043234}"/>
              </a:ext>
            </a:extLst>
          </p:cNvPr>
          <p:cNvGrpSpPr/>
          <p:nvPr userDrawn="1"/>
        </p:nvGrpSpPr>
        <p:grpSpPr>
          <a:xfrm flipH="1">
            <a:off x="8187435" y="6324600"/>
            <a:ext cx="842265" cy="452960"/>
            <a:chOff x="2207201" y="-990600"/>
            <a:chExt cx="1500864" cy="605360"/>
          </a:xfrm>
          <a:solidFill>
            <a:schemeClr val="accent4">
              <a:lumMod val="40000"/>
              <a:lumOff val="60000"/>
            </a:schemeClr>
          </a:solidFill>
        </p:grpSpPr>
        <p:sp>
          <p:nvSpPr>
            <p:cNvPr id="5" name="フリーフォーム(F) 4">
              <a:extLst>
                <a:ext uri="{FF2B5EF4-FFF2-40B4-BE49-F238E27FC236}">
                  <a16:creationId xmlns:a16="http://schemas.microsoft.com/office/drawing/2014/main" id="{CC868200-7F84-A90B-0C48-C405EB737F34}"/>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6" name="円/楕円 5">
              <a:extLst>
                <a:ext uri="{FF2B5EF4-FFF2-40B4-BE49-F238E27FC236}">
                  <a16:creationId xmlns:a16="http://schemas.microsoft.com/office/drawing/2014/main" id="{E9731EA4-0975-21CF-5EC6-9E86D1BCC460}"/>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7" name="円/楕円 6">
              <a:extLst>
                <a:ext uri="{FF2B5EF4-FFF2-40B4-BE49-F238E27FC236}">
                  <a16:creationId xmlns:a16="http://schemas.microsoft.com/office/drawing/2014/main" id="{32E0E55F-607A-CA44-0E42-DBF059BFB5EF}"/>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Tree>
    <p:extLst>
      <p:ext uri="{BB962C8B-B14F-4D97-AF65-F5344CB8AC3E}">
        <p14:creationId xmlns:p14="http://schemas.microsoft.com/office/powerpoint/2010/main" val="99349872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画像付きコンテンツ 16">
    <p:bg>
      <p:bgPr>
        <a:solidFill>
          <a:schemeClr val="accent4">
            <a:alpha val="10000"/>
          </a:schemeClr>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F3BB49-A328-F121-7F27-DEB7C3CC2B0F}"/>
              </a:ext>
            </a:extLst>
          </p:cNvPr>
          <p:cNvSpPr>
            <a:spLocks noGrp="1"/>
          </p:cNvSpPr>
          <p:nvPr>
            <p:ph type="title" hasCustomPrompt="1"/>
          </p:nvPr>
        </p:nvSpPr>
        <p:spPr>
          <a:xfrm>
            <a:off x="400051" y="533400"/>
            <a:ext cx="3563873" cy="1066800"/>
          </a:xfrm>
        </p:spPr>
        <p:txBody>
          <a:bodyPr rtlCol="0" anchor="t">
            <a:normAutofit/>
          </a:bodyPr>
          <a:lstStyle>
            <a:lvl1pPr>
              <a:defRPr sz="21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6" name="フッター プレースホルダー 5">
            <a:extLst>
              <a:ext uri="{FF2B5EF4-FFF2-40B4-BE49-F238E27FC236}">
                <a16:creationId xmlns:a16="http://schemas.microsoft.com/office/drawing/2014/main" id="{C2BDD5A2-CE3E-3215-6DAA-F75C0D1229DA}"/>
              </a:ext>
            </a:extLst>
          </p:cNvPr>
          <p:cNvSpPr>
            <a:spLocks noGrp="1"/>
          </p:cNvSpPr>
          <p:nvPr>
            <p:ph type="ftr" sz="quarter" idx="11"/>
          </p:nvPr>
        </p:nvSpPr>
        <p:spPr>
          <a:xfrm>
            <a:off x="400051" y="168276"/>
            <a:ext cx="2163489"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5" name="日付プレースホルダー 4">
            <a:extLst>
              <a:ext uri="{FF2B5EF4-FFF2-40B4-BE49-F238E27FC236}">
                <a16:creationId xmlns:a16="http://schemas.microsoft.com/office/drawing/2014/main" id="{897D0B7E-1A60-DA52-6965-92412B1C2F9F}"/>
              </a:ext>
            </a:extLst>
          </p:cNvPr>
          <p:cNvSpPr>
            <a:spLocks noGrp="1"/>
          </p:cNvSpPr>
          <p:nvPr>
            <p:ph type="dt" sz="half" idx="10"/>
          </p:nvPr>
        </p:nvSpPr>
        <p:spPr>
          <a:xfrm>
            <a:off x="6670447" y="168276"/>
            <a:ext cx="1651983" cy="365125"/>
          </a:xfrm>
        </p:spPr>
        <p:txBody>
          <a:bodyPr rtlCol="0"/>
          <a:lstStyle/>
          <a:p>
            <a:pPr rtl="0"/>
            <a:r>
              <a:rPr lang="en-US"/>
              <a:t>2025/11/24</a:t>
            </a:r>
          </a:p>
        </p:txBody>
      </p:sp>
      <p:sp>
        <p:nvSpPr>
          <p:cNvPr id="7" name="スライド番号プレースホルダー 6">
            <a:extLst>
              <a:ext uri="{FF2B5EF4-FFF2-40B4-BE49-F238E27FC236}">
                <a16:creationId xmlns:a16="http://schemas.microsoft.com/office/drawing/2014/main" id="{B1B822F1-284A-1786-FAF2-72129E2FE64D}"/>
              </a:ext>
            </a:extLst>
          </p:cNvPr>
          <p:cNvSpPr>
            <a:spLocks noGrp="1"/>
          </p:cNvSpPr>
          <p:nvPr>
            <p:ph type="sldNum" sz="quarter" idx="12"/>
          </p:nvPr>
        </p:nvSpPr>
        <p:spPr>
          <a:xfrm>
            <a:off x="8360322" y="168276"/>
            <a:ext cx="383628" cy="365125"/>
          </a:xfrm>
        </p:spPr>
        <p:txBody>
          <a:bodyPr rtlCol="0"/>
          <a:lstStyle/>
          <a:p>
            <a:pPr rtl="0"/>
            <a:fld id="{AEAA3239-9EA4-4A65-A281-97F994456D9F}" type="slidenum">
              <a:rPr lang="en-US" smtClean="0"/>
              <a:t>‹#›</a:t>
            </a:fld>
            <a:endParaRPr lang="en-US"/>
          </a:p>
        </p:txBody>
      </p:sp>
      <p:sp>
        <p:nvSpPr>
          <p:cNvPr id="11" name="図プレースホルダー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1" y="1965326"/>
            <a:ext cx="3849623" cy="4740275"/>
          </a:xfrm>
          <a:blipFill dpi="0" rotWithShape="1">
            <a:blip r:embed="rId2">
              <a:alphaModFix amt="60000"/>
            </a:blip>
            <a:srcRect/>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sp>
        <p:nvSpPr>
          <p:cNvPr id="8" name="コンテンツ プレースホルダー 7">
            <a:extLst>
              <a:ext uri="{FF2B5EF4-FFF2-40B4-BE49-F238E27FC236}">
                <a16:creationId xmlns:a16="http://schemas.microsoft.com/office/drawing/2014/main" id="{8BAC3300-BF12-B200-9F06-8D5AC45CB7EF}"/>
              </a:ext>
            </a:extLst>
          </p:cNvPr>
          <p:cNvSpPr>
            <a:spLocks noGrp="1"/>
          </p:cNvSpPr>
          <p:nvPr>
            <p:ph sz="quarter" idx="14" hasCustomPrompt="1"/>
          </p:nvPr>
        </p:nvSpPr>
        <p:spPr>
          <a:xfrm>
            <a:off x="4429172" y="533401"/>
            <a:ext cx="4314778" cy="5806472"/>
          </a:xfrm>
        </p:spPr>
        <p:txBody>
          <a:bodyPr rtlCol="0">
            <a:normAutofit/>
          </a:bodyPr>
          <a:lstStyle>
            <a:lvl1pPr>
              <a:defRPr>
                <a:latin typeface="Meiryo UI" panose="020B0604030504040204" pitchFamily="34" charset="-128"/>
                <a:ea typeface="Meiryo UI" panose="020B0604030504040204" pitchFamily="34" charset="-128"/>
              </a:defRPr>
            </a:lvl1pPr>
            <a:lvl2pPr>
              <a:defRPr>
                <a:latin typeface="Meiryo UI" panose="020B0604030504040204" pitchFamily="34" charset="-128"/>
                <a:ea typeface="Meiryo UI" panose="020B0604030504040204" pitchFamily="34" charset="-128"/>
              </a:defRPr>
            </a:lvl2pPr>
            <a:lvl3pPr>
              <a:defRPr>
                <a:latin typeface="Meiryo UI" panose="020B0604030504040204" pitchFamily="34" charset="-128"/>
                <a:ea typeface="Meiryo UI" panose="020B0604030504040204" pitchFamily="34" charset="-128"/>
              </a:defRPr>
            </a:lvl3pPr>
            <a:lvl4pPr>
              <a:defRPr>
                <a:latin typeface="Meiryo UI" panose="020B0604030504040204" pitchFamily="34" charset="-128"/>
                <a:ea typeface="Meiryo UI" panose="020B0604030504040204" pitchFamily="34" charset="-128"/>
              </a:defRPr>
            </a:lvl4pPr>
            <a:lvl5pPr>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grpSp>
        <p:nvGrpSpPr>
          <p:cNvPr id="3" name="グループ 2">
            <a:extLst>
              <a:ext uri="{FF2B5EF4-FFF2-40B4-BE49-F238E27FC236}">
                <a16:creationId xmlns:a16="http://schemas.microsoft.com/office/drawing/2014/main" id="{1A3C6D11-73AA-988F-E1D4-664C174ABABA}"/>
              </a:ext>
            </a:extLst>
          </p:cNvPr>
          <p:cNvGrpSpPr/>
          <p:nvPr userDrawn="1"/>
        </p:nvGrpSpPr>
        <p:grpSpPr>
          <a:xfrm flipH="1">
            <a:off x="8187435" y="6324600"/>
            <a:ext cx="842265" cy="452960"/>
            <a:chOff x="2207201" y="-990600"/>
            <a:chExt cx="1500864" cy="605360"/>
          </a:xfrm>
          <a:solidFill>
            <a:schemeClr val="accent4">
              <a:lumMod val="40000"/>
              <a:lumOff val="60000"/>
            </a:schemeClr>
          </a:solidFill>
        </p:grpSpPr>
        <p:sp>
          <p:nvSpPr>
            <p:cNvPr id="4" name="フリーフォーム(F) 3">
              <a:extLst>
                <a:ext uri="{FF2B5EF4-FFF2-40B4-BE49-F238E27FC236}">
                  <a16:creationId xmlns:a16="http://schemas.microsoft.com/office/drawing/2014/main" id="{F8B5E6DD-EE69-D40C-A8FE-DE2384B1E8BB}"/>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9" name="円/楕円 8">
              <a:extLst>
                <a:ext uri="{FF2B5EF4-FFF2-40B4-BE49-F238E27FC236}">
                  <a16:creationId xmlns:a16="http://schemas.microsoft.com/office/drawing/2014/main" id="{5FC0711D-C5ED-5B1A-2E7C-9FE15FB482E0}"/>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10" name="円/楕円 9">
              <a:extLst>
                <a:ext uri="{FF2B5EF4-FFF2-40B4-BE49-F238E27FC236}">
                  <a16:creationId xmlns:a16="http://schemas.microsoft.com/office/drawing/2014/main" id="{BD1D12C4-9951-4AB5-34C3-19533883DE7F}"/>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Tree>
    <p:extLst>
      <p:ext uri="{BB962C8B-B14F-4D97-AF65-F5344CB8AC3E}">
        <p14:creationId xmlns:p14="http://schemas.microsoft.com/office/powerpoint/2010/main" val="402554234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画像付きコンテンツ 17">
    <p:bg>
      <p:bgPr>
        <a:solidFill>
          <a:schemeClr val="accent4">
            <a:alpha val="10000"/>
          </a:schemeClr>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F3BB49-A328-F121-7F27-DEB7C3CC2B0F}"/>
              </a:ext>
            </a:extLst>
          </p:cNvPr>
          <p:cNvSpPr>
            <a:spLocks noGrp="1"/>
          </p:cNvSpPr>
          <p:nvPr>
            <p:ph type="title" hasCustomPrompt="1"/>
          </p:nvPr>
        </p:nvSpPr>
        <p:spPr>
          <a:xfrm>
            <a:off x="400051" y="533401"/>
            <a:ext cx="2804160" cy="1492045"/>
          </a:xfrm>
        </p:spPr>
        <p:txBody>
          <a:bodyPr rtlCol="0" anchor="t">
            <a:normAutofit/>
          </a:bodyPr>
          <a:lstStyle>
            <a:lvl1pPr>
              <a:defRPr sz="21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6" name="フッター プレースホルダー 5">
            <a:extLst>
              <a:ext uri="{FF2B5EF4-FFF2-40B4-BE49-F238E27FC236}">
                <a16:creationId xmlns:a16="http://schemas.microsoft.com/office/drawing/2014/main" id="{C2BDD5A2-CE3E-3215-6DAA-F75C0D1229DA}"/>
              </a:ext>
            </a:extLst>
          </p:cNvPr>
          <p:cNvSpPr>
            <a:spLocks noGrp="1"/>
          </p:cNvSpPr>
          <p:nvPr>
            <p:ph type="ftr" sz="quarter" idx="11"/>
          </p:nvPr>
        </p:nvSpPr>
        <p:spPr>
          <a:xfrm>
            <a:off x="400051" y="188673"/>
            <a:ext cx="2163489"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5" name="日付プレースホルダー 4">
            <a:extLst>
              <a:ext uri="{FF2B5EF4-FFF2-40B4-BE49-F238E27FC236}">
                <a16:creationId xmlns:a16="http://schemas.microsoft.com/office/drawing/2014/main" id="{897D0B7E-1A60-DA52-6965-92412B1C2F9F}"/>
              </a:ext>
            </a:extLst>
          </p:cNvPr>
          <p:cNvSpPr>
            <a:spLocks noGrp="1"/>
          </p:cNvSpPr>
          <p:nvPr>
            <p:ph type="dt" sz="half" idx="10"/>
          </p:nvPr>
        </p:nvSpPr>
        <p:spPr>
          <a:xfrm>
            <a:off x="6670447" y="188673"/>
            <a:ext cx="1651983" cy="365125"/>
          </a:xfrm>
        </p:spPr>
        <p:txBody>
          <a:bodyPr rtlCol="0"/>
          <a:lstStyle/>
          <a:p>
            <a:pPr rtl="0"/>
            <a:r>
              <a:rPr lang="en-US"/>
              <a:t>2025/11/24</a:t>
            </a:r>
          </a:p>
        </p:txBody>
      </p:sp>
      <p:sp>
        <p:nvSpPr>
          <p:cNvPr id="7" name="スライド番号プレースホルダー 6">
            <a:extLst>
              <a:ext uri="{FF2B5EF4-FFF2-40B4-BE49-F238E27FC236}">
                <a16:creationId xmlns:a16="http://schemas.microsoft.com/office/drawing/2014/main" id="{B1B822F1-284A-1786-FAF2-72129E2FE64D}"/>
              </a:ext>
            </a:extLst>
          </p:cNvPr>
          <p:cNvSpPr>
            <a:spLocks noGrp="1"/>
          </p:cNvSpPr>
          <p:nvPr>
            <p:ph type="sldNum" sz="quarter" idx="12"/>
          </p:nvPr>
        </p:nvSpPr>
        <p:spPr>
          <a:xfrm>
            <a:off x="8360322" y="188673"/>
            <a:ext cx="383628" cy="365125"/>
          </a:xfrm>
        </p:spPr>
        <p:txBody>
          <a:bodyPr rtlCol="0"/>
          <a:lstStyle/>
          <a:p>
            <a:pPr rtl="0"/>
            <a:fld id="{AEAA3239-9EA4-4A65-A281-97F994456D9F}" type="slidenum">
              <a:rPr lang="en-US" smtClean="0"/>
              <a:t>‹#›</a:t>
            </a:fld>
            <a:endParaRPr lang="en-US"/>
          </a:p>
        </p:txBody>
      </p:sp>
      <p:sp>
        <p:nvSpPr>
          <p:cNvPr id="11" name="図プレースホルダー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 y="2295145"/>
            <a:ext cx="3089911" cy="4410455"/>
          </a:xfrm>
          <a:blipFill dpi="0" rotWithShape="1">
            <a:blip r:embed="rId2">
              <a:alphaModFix amt="60000"/>
            </a:blip>
            <a:srcRect/>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sp>
        <p:nvSpPr>
          <p:cNvPr id="8" name="コンテンツ プレースホルダー 7">
            <a:extLst>
              <a:ext uri="{FF2B5EF4-FFF2-40B4-BE49-F238E27FC236}">
                <a16:creationId xmlns:a16="http://schemas.microsoft.com/office/drawing/2014/main" id="{83F7B03F-5EDA-605B-1A2E-F48896E48939}"/>
              </a:ext>
            </a:extLst>
          </p:cNvPr>
          <p:cNvSpPr>
            <a:spLocks noGrp="1"/>
          </p:cNvSpPr>
          <p:nvPr>
            <p:ph sz="quarter" idx="14" hasCustomPrompt="1"/>
          </p:nvPr>
        </p:nvSpPr>
        <p:spPr>
          <a:xfrm>
            <a:off x="3699862" y="533401"/>
            <a:ext cx="5044088" cy="5810554"/>
          </a:xfrm>
        </p:spPr>
        <p:txBody>
          <a:bodyPr rtlCol="0">
            <a:normAutofit/>
          </a:bodyPr>
          <a:lstStyle>
            <a:lvl1pPr>
              <a:defRPr>
                <a:latin typeface="Meiryo UI" panose="020B0604030504040204" pitchFamily="34" charset="-128"/>
                <a:ea typeface="Meiryo UI" panose="020B0604030504040204" pitchFamily="34" charset="-128"/>
              </a:defRPr>
            </a:lvl1pPr>
            <a:lvl2pPr>
              <a:defRPr>
                <a:latin typeface="Meiryo UI" panose="020B0604030504040204" pitchFamily="34" charset="-128"/>
                <a:ea typeface="Meiryo UI" panose="020B0604030504040204" pitchFamily="34" charset="-128"/>
              </a:defRPr>
            </a:lvl2pPr>
            <a:lvl3pPr>
              <a:defRPr>
                <a:latin typeface="Meiryo UI" panose="020B0604030504040204" pitchFamily="34" charset="-128"/>
                <a:ea typeface="Meiryo UI" panose="020B0604030504040204" pitchFamily="34" charset="-128"/>
              </a:defRPr>
            </a:lvl3pPr>
            <a:lvl4pPr>
              <a:defRPr>
                <a:latin typeface="Meiryo UI" panose="020B0604030504040204" pitchFamily="34" charset="-128"/>
                <a:ea typeface="Meiryo UI" panose="020B0604030504040204" pitchFamily="34" charset="-128"/>
              </a:defRPr>
            </a:lvl4pPr>
            <a:lvl5pPr>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grpSp>
        <p:nvGrpSpPr>
          <p:cNvPr id="3" name="グループ 2">
            <a:extLst>
              <a:ext uri="{FF2B5EF4-FFF2-40B4-BE49-F238E27FC236}">
                <a16:creationId xmlns:a16="http://schemas.microsoft.com/office/drawing/2014/main" id="{1E4B44CF-1305-73AF-CB81-185F71C3F9A8}"/>
              </a:ext>
            </a:extLst>
          </p:cNvPr>
          <p:cNvGrpSpPr/>
          <p:nvPr userDrawn="1"/>
        </p:nvGrpSpPr>
        <p:grpSpPr>
          <a:xfrm flipH="1">
            <a:off x="8187435" y="6324600"/>
            <a:ext cx="842265" cy="452960"/>
            <a:chOff x="2207201" y="-990600"/>
            <a:chExt cx="1500864" cy="605360"/>
          </a:xfrm>
          <a:solidFill>
            <a:schemeClr val="accent4">
              <a:lumMod val="40000"/>
              <a:lumOff val="60000"/>
            </a:schemeClr>
          </a:solidFill>
        </p:grpSpPr>
        <p:sp>
          <p:nvSpPr>
            <p:cNvPr id="4" name="フリーフォーム(F) 3">
              <a:extLst>
                <a:ext uri="{FF2B5EF4-FFF2-40B4-BE49-F238E27FC236}">
                  <a16:creationId xmlns:a16="http://schemas.microsoft.com/office/drawing/2014/main" id="{07FBDB18-DAD4-56E8-76C4-52841FE2189D}"/>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9" name="円/楕円 8">
              <a:extLst>
                <a:ext uri="{FF2B5EF4-FFF2-40B4-BE49-F238E27FC236}">
                  <a16:creationId xmlns:a16="http://schemas.microsoft.com/office/drawing/2014/main" id="{2CFCD660-D08E-0A3F-7278-2E9F9F36C832}"/>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10" name="円/楕円 9">
              <a:extLst>
                <a:ext uri="{FF2B5EF4-FFF2-40B4-BE49-F238E27FC236}">
                  <a16:creationId xmlns:a16="http://schemas.microsoft.com/office/drawing/2014/main" id="{6DFA1FF0-E75A-D7BA-5FB5-9B53D80B386F}"/>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Tree>
    <p:extLst>
      <p:ext uri="{BB962C8B-B14F-4D97-AF65-F5344CB8AC3E}">
        <p14:creationId xmlns:p14="http://schemas.microsoft.com/office/powerpoint/2010/main" val="413543314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画像付きコンテンツ 18">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F3BB49-A328-F121-7F27-DEB7C3CC2B0F}"/>
              </a:ext>
            </a:extLst>
          </p:cNvPr>
          <p:cNvSpPr>
            <a:spLocks noGrp="1"/>
          </p:cNvSpPr>
          <p:nvPr>
            <p:ph type="title" hasCustomPrompt="1"/>
          </p:nvPr>
        </p:nvSpPr>
        <p:spPr>
          <a:xfrm>
            <a:off x="400051" y="533401"/>
            <a:ext cx="2832080" cy="1517187"/>
          </a:xfrm>
        </p:spPr>
        <p:txBody>
          <a:bodyPr rtlCol="0" anchor="t">
            <a:normAutofit/>
          </a:bodyPr>
          <a:lstStyle>
            <a:lvl1pPr>
              <a:defRPr sz="2100">
                <a:latin typeface="Meiryo UI" panose="020B0604030504040204" pitchFamily="34" charset="-128"/>
                <a:ea typeface="Meiryo UI" panose="020B0604030504040204" pitchFamily="34" charset="-128"/>
              </a:defRPr>
            </a:lvl1pPr>
          </a:lstStyle>
          <a:p>
            <a:pPr rtl="0"/>
            <a:r>
              <a:rPr lang="ja"/>
              <a:t>マスター タイトルの書式設定</a:t>
            </a:r>
            <a:endParaRPr lang="en-US"/>
          </a:p>
        </p:txBody>
      </p:sp>
      <p:sp>
        <p:nvSpPr>
          <p:cNvPr id="5" name="日付プレースホルダー 4">
            <a:extLst>
              <a:ext uri="{FF2B5EF4-FFF2-40B4-BE49-F238E27FC236}">
                <a16:creationId xmlns:a16="http://schemas.microsoft.com/office/drawing/2014/main" id="{897D0B7E-1A60-DA52-6965-92412B1C2F9F}"/>
              </a:ext>
            </a:extLst>
          </p:cNvPr>
          <p:cNvSpPr>
            <a:spLocks noGrp="1"/>
          </p:cNvSpPr>
          <p:nvPr>
            <p:ph type="dt" sz="half" idx="10"/>
          </p:nvPr>
        </p:nvSpPr>
        <p:spPr>
          <a:xfrm>
            <a:off x="6670447" y="188673"/>
            <a:ext cx="1651983" cy="365125"/>
          </a:xfrm>
        </p:spPr>
        <p:txBody>
          <a:bodyPr rtlCol="0"/>
          <a:lstStyle/>
          <a:p>
            <a:pPr rtl="0"/>
            <a:r>
              <a:rPr lang="en-US"/>
              <a:t>2025/11/24</a:t>
            </a:r>
          </a:p>
        </p:txBody>
      </p:sp>
      <p:sp>
        <p:nvSpPr>
          <p:cNvPr id="6" name="フッター プレースホルダー 5">
            <a:extLst>
              <a:ext uri="{FF2B5EF4-FFF2-40B4-BE49-F238E27FC236}">
                <a16:creationId xmlns:a16="http://schemas.microsoft.com/office/drawing/2014/main" id="{C2BDD5A2-CE3E-3215-6DAA-F75C0D1229DA}"/>
              </a:ext>
            </a:extLst>
          </p:cNvPr>
          <p:cNvSpPr>
            <a:spLocks noGrp="1"/>
          </p:cNvSpPr>
          <p:nvPr>
            <p:ph type="ftr" sz="quarter" idx="11"/>
          </p:nvPr>
        </p:nvSpPr>
        <p:spPr>
          <a:xfrm>
            <a:off x="400051" y="188673"/>
            <a:ext cx="2163489"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7" name="スライド番号プレースホルダー 6">
            <a:extLst>
              <a:ext uri="{FF2B5EF4-FFF2-40B4-BE49-F238E27FC236}">
                <a16:creationId xmlns:a16="http://schemas.microsoft.com/office/drawing/2014/main" id="{B1B822F1-284A-1786-FAF2-72129E2FE64D}"/>
              </a:ext>
            </a:extLst>
          </p:cNvPr>
          <p:cNvSpPr>
            <a:spLocks noGrp="1"/>
          </p:cNvSpPr>
          <p:nvPr>
            <p:ph type="sldNum" sz="quarter" idx="12"/>
          </p:nvPr>
        </p:nvSpPr>
        <p:spPr>
          <a:xfrm>
            <a:off x="8360322" y="188673"/>
            <a:ext cx="383628" cy="365125"/>
          </a:xfrm>
        </p:spPr>
        <p:txBody>
          <a:bodyPr rtlCol="0"/>
          <a:lstStyle/>
          <a:p>
            <a:pPr rtl="0"/>
            <a:fld id="{AEAA3239-9EA4-4A65-A281-97F994456D9F}" type="slidenum">
              <a:rPr lang="en-US" smtClean="0"/>
              <a:t>‹#›</a:t>
            </a:fld>
            <a:endParaRPr lang="en-US"/>
          </a:p>
        </p:txBody>
      </p:sp>
      <p:sp>
        <p:nvSpPr>
          <p:cNvPr id="15" name="図プレースホルダー 14">
            <a:extLst>
              <a:ext uri="{FF2B5EF4-FFF2-40B4-BE49-F238E27FC236}">
                <a16:creationId xmlns:a16="http://schemas.microsoft.com/office/drawing/2014/main" id="{E3C17A09-6C4B-7D4E-85BB-8A1C6656C79D}"/>
              </a:ext>
            </a:extLst>
          </p:cNvPr>
          <p:cNvSpPr>
            <a:spLocks noGrp="1"/>
          </p:cNvSpPr>
          <p:nvPr>
            <p:ph type="pic" sz="quarter" idx="15"/>
          </p:nvPr>
        </p:nvSpPr>
        <p:spPr>
          <a:xfrm>
            <a:off x="114300" y="2166088"/>
            <a:ext cx="3117829" cy="4527311"/>
          </a:xfrm>
          <a:custGeom>
            <a:avLst/>
            <a:gdLst>
              <a:gd name="connsiteX0" fmla="*/ 1652105 w 4157105"/>
              <a:gd name="connsiteY0" fmla="*/ 0 h 4527311"/>
              <a:gd name="connsiteX1" fmla="*/ 2122593 w 4157105"/>
              <a:gd name="connsiteY1" fmla="*/ 0 h 4527311"/>
              <a:gd name="connsiteX2" fmla="*/ 2344784 w 4157105"/>
              <a:gd name="connsiteY2" fmla="*/ 33911 h 4527311"/>
              <a:gd name="connsiteX3" fmla="*/ 4145388 w 4157105"/>
              <a:gd name="connsiteY3" fmla="*/ 2025485 h 4527311"/>
              <a:gd name="connsiteX4" fmla="*/ 4157105 w 4157105"/>
              <a:gd name="connsiteY4" fmla="*/ 2257534 h 4527311"/>
              <a:gd name="connsiteX5" fmla="*/ 4157105 w 4157105"/>
              <a:gd name="connsiteY5" fmla="*/ 2257574 h 4527311"/>
              <a:gd name="connsiteX6" fmla="*/ 4145388 w 4157105"/>
              <a:gd name="connsiteY6" fmla="*/ 2489624 h 4527311"/>
              <a:gd name="connsiteX7" fmla="*/ 1887349 w 4157105"/>
              <a:gd name="connsiteY7" fmla="*/ 4527311 h 4527311"/>
              <a:gd name="connsiteX8" fmla="*/ 5231 w 4157105"/>
              <a:gd name="connsiteY8" fmla="*/ 3526597 h 4527311"/>
              <a:gd name="connsiteX9" fmla="*/ 0 w 4157105"/>
              <a:gd name="connsiteY9" fmla="*/ 3517987 h 4527311"/>
              <a:gd name="connsiteX10" fmla="*/ 0 w 4157105"/>
              <a:gd name="connsiteY10" fmla="*/ 998627 h 4527311"/>
              <a:gd name="connsiteX11" fmla="*/ 20659 w 4157105"/>
              <a:gd name="connsiteY11" fmla="*/ 965968 h 4527311"/>
              <a:gd name="connsiteX12" fmla="*/ 1429914 w 4157105"/>
              <a:gd name="connsiteY12" fmla="*/ 33911 h 4527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57105" h="4527311">
                <a:moveTo>
                  <a:pt x="1652105" y="0"/>
                </a:moveTo>
                <a:lnTo>
                  <a:pt x="2122593" y="0"/>
                </a:lnTo>
                <a:lnTo>
                  <a:pt x="2344784" y="33911"/>
                </a:lnTo>
                <a:cubicBezTo>
                  <a:pt x="3305196" y="230439"/>
                  <a:pt x="4044651" y="1033551"/>
                  <a:pt x="4145388" y="2025485"/>
                </a:cubicBezTo>
                <a:lnTo>
                  <a:pt x="4157105" y="2257534"/>
                </a:lnTo>
                <a:lnTo>
                  <a:pt x="4157105" y="2257574"/>
                </a:lnTo>
                <a:lnTo>
                  <a:pt x="4145388" y="2489624"/>
                </a:lnTo>
                <a:cubicBezTo>
                  <a:pt x="4029153" y="3634162"/>
                  <a:pt x="3062554" y="4527311"/>
                  <a:pt x="1887349" y="4527311"/>
                </a:cubicBezTo>
                <a:cubicBezTo>
                  <a:pt x="1103879" y="4527311"/>
                  <a:pt x="413123" y="4130356"/>
                  <a:pt x="5231" y="3526597"/>
                </a:cubicBezTo>
                <a:lnTo>
                  <a:pt x="0" y="3517987"/>
                </a:lnTo>
                <a:lnTo>
                  <a:pt x="0" y="998627"/>
                </a:lnTo>
                <a:lnTo>
                  <a:pt x="20659" y="965968"/>
                </a:lnTo>
                <a:cubicBezTo>
                  <a:pt x="347419" y="494603"/>
                  <a:pt x="848126" y="152962"/>
                  <a:pt x="1429914" y="33911"/>
                </a:cubicBezTo>
                <a:close/>
              </a:path>
            </a:pathLst>
          </a:custGeom>
          <a:blipFill dpi="0" rotWithShape="1">
            <a:blip r:embed="rId2">
              <a:alphaModFix amt="60000"/>
            </a:blip>
            <a:srcRect/>
            <a:stretch>
              <a:fillRect/>
            </a:stretch>
          </a:blipFill>
        </p:spPr>
        <p:txBody>
          <a:bodyPr wrap="square" rtlCol="0">
            <a:noAutofit/>
          </a:bodyPr>
          <a:lstStyle/>
          <a:p>
            <a:pPr rtl="0"/>
            <a:endParaRPr lang="en-US"/>
          </a:p>
        </p:txBody>
      </p:sp>
      <p:sp>
        <p:nvSpPr>
          <p:cNvPr id="9" name="コンテンツ プレースホルダー 7">
            <a:extLst>
              <a:ext uri="{FF2B5EF4-FFF2-40B4-BE49-F238E27FC236}">
                <a16:creationId xmlns:a16="http://schemas.microsoft.com/office/drawing/2014/main" id="{C8C12F3C-50DF-BEBA-FB6C-27142A162AAE}"/>
              </a:ext>
            </a:extLst>
          </p:cNvPr>
          <p:cNvSpPr>
            <a:spLocks noGrp="1"/>
          </p:cNvSpPr>
          <p:nvPr>
            <p:ph sz="quarter" idx="14" hasCustomPrompt="1"/>
          </p:nvPr>
        </p:nvSpPr>
        <p:spPr>
          <a:xfrm>
            <a:off x="3699862" y="533401"/>
            <a:ext cx="5044088" cy="5810554"/>
          </a:xfrm>
        </p:spPr>
        <p:txBody>
          <a:bodyPr rtlCol="0">
            <a:normAutofit/>
          </a:bodyPr>
          <a:lstStyle>
            <a:lvl1pPr>
              <a:defRPr>
                <a:latin typeface="Meiryo UI" panose="020B0604030504040204" pitchFamily="34" charset="-128"/>
                <a:ea typeface="Meiryo UI" panose="020B0604030504040204" pitchFamily="34" charset="-128"/>
              </a:defRPr>
            </a:lvl1pPr>
            <a:lvl2pPr>
              <a:defRPr>
                <a:latin typeface="Meiryo UI" panose="020B0604030504040204" pitchFamily="34" charset="-128"/>
                <a:ea typeface="Meiryo UI" panose="020B0604030504040204" pitchFamily="34" charset="-128"/>
              </a:defRPr>
            </a:lvl2pPr>
            <a:lvl3pPr>
              <a:defRPr>
                <a:latin typeface="Meiryo UI" panose="020B0604030504040204" pitchFamily="34" charset="-128"/>
                <a:ea typeface="Meiryo UI" panose="020B0604030504040204" pitchFamily="34" charset="-128"/>
              </a:defRPr>
            </a:lvl3pPr>
            <a:lvl4pPr>
              <a:defRPr>
                <a:latin typeface="Meiryo UI" panose="020B0604030504040204" pitchFamily="34" charset="-128"/>
                <a:ea typeface="Meiryo UI" panose="020B0604030504040204" pitchFamily="34" charset="-128"/>
              </a:defRPr>
            </a:lvl4pPr>
            <a:lvl5pPr>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Tree>
    <p:extLst>
      <p:ext uri="{BB962C8B-B14F-4D97-AF65-F5344CB8AC3E}">
        <p14:creationId xmlns:p14="http://schemas.microsoft.com/office/powerpoint/2010/main" val="209845184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数値 - 大 ">
    <p:bg>
      <p:bgPr>
        <a:solidFill>
          <a:schemeClr val="accent4"/>
        </a:solidFill>
        <a:effectLst/>
      </p:bgPr>
    </p:bg>
    <p:spTree>
      <p:nvGrpSpPr>
        <p:cNvPr id="1" name=""/>
        <p:cNvGrpSpPr/>
        <p:nvPr/>
      </p:nvGrpSpPr>
      <p:grpSpPr>
        <a:xfrm>
          <a:off x="0" y="0"/>
          <a:ext cx="0" cy="0"/>
          <a:chOff x="0" y="0"/>
          <a:chExt cx="0" cy="0"/>
        </a:xfrm>
      </p:grpSpPr>
      <p:grpSp>
        <p:nvGrpSpPr>
          <p:cNvPr id="10" name="グループ 9">
            <a:extLst>
              <a:ext uri="{FF2B5EF4-FFF2-40B4-BE49-F238E27FC236}">
                <a16:creationId xmlns:a16="http://schemas.microsoft.com/office/drawing/2014/main" id="{2F71D5AD-5918-9F17-2D08-84D34E91AE20}"/>
              </a:ext>
            </a:extLst>
          </p:cNvPr>
          <p:cNvGrpSpPr/>
          <p:nvPr userDrawn="1"/>
        </p:nvGrpSpPr>
        <p:grpSpPr>
          <a:xfrm>
            <a:off x="123825" y="-88436"/>
            <a:ext cx="8921697" cy="7037751"/>
            <a:chOff x="165100" y="-88436"/>
            <a:chExt cx="11895596" cy="7037751"/>
          </a:xfrm>
        </p:grpSpPr>
        <p:sp>
          <p:nvSpPr>
            <p:cNvPr id="6" name="フリーフォーム(F) 5">
              <a:extLst>
                <a:ext uri="{FF2B5EF4-FFF2-40B4-BE49-F238E27FC236}">
                  <a16:creationId xmlns:a16="http://schemas.microsoft.com/office/drawing/2014/main" id="{CF5255D9-D437-440F-52FC-7A9A56ED69B6}"/>
                </a:ext>
              </a:extLst>
            </p:cNvPr>
            <p:cNvSpPr/>
            <p:nvPr userDrawn="1"/>
          </p:nvSpPr>
          <p:spPr>
            <a:xfrm>
              <a:off x="11211807" y="1222325"/>
              <a:ext cx="848889" cy="4397497"/>
            </a:xfrm>
            <a:custGeom>
              <a:avLst/>
              <a:gdLst>
                <a:gd name="connsiteX0" fmla="*/ 848889 w 848889"/>
                <a:gd name="connsiteY0" fmla="*/ 0 h 4397497"/>
                <a:gd name="connsiteX1" fmla="*/ 848889 w 848889"/>
                <a:gd name="connsiteY1" fmla="*/ 4397497 h 4397497"/>
                <a:gd name="connsiteX2" fmla="*/ 661895 w 848889"/>
                <a:gd name="connsiteY2" fmla="*/ 4172274 h 4397497"/>
                <a:gd name="connsiteX3" fmla="*/ 0 w 848889"/>
                <a:gd name="connsiteY3" fmla="*/ 2198748 h 4397497"/>
                <a:gd name="connsiteX4" fmla="*/ 661895 w 848889"/>
                <a:gd name="connsiteY4" fmla="*/ 225223 h 43974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8889" h="4397497">
                  <a:moveTo>
                    <a:pt x="848889" y="0"/>
                  </a:moveTo>
                  <a:lnTo>
                    <a:pt x="848889" y="4397497"/>
                  </a:lnTo>
                  <a:lnTo>
                    <a:pt x="661895" y="4172274"/>
                  </a:lnTo>
                  <a:cubicBezTo>
                    <a:pt x="246457" y="3623646"/>
                    <a:pt x="0" y="2939978"/>
                    <a:pt x="0" y="2198748"/>
                  </a:cubicBezTo>
                  <a:cubicBezTo>
                    <a:pt x="0" y="1457518"/>
                    <a:pt x="246457" y="773851"/>
                    <a:pt x="661895" y="225223"/>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8" name="円/楕円 7">
              <a:extLst>
                <a:ext uri="{FF2B5EF4-FFF2-40B4-BE49-F238E27FC236}">
                  <a16:creationId xmlns:a16="http://schemas.microsoft.com/office/drawing/2014/main" id="{A94AE810-B300-8E7F-E8A1-5AFF4F9C218D}"/>
                </a:ext>
              </a:extLst>
            </p:cNvPr>
            <p:cNvSpPr/>
            <p:nvPr userDrawn="1"/>
          </p:nvSpPr>
          <p:spPr>
            <a:xfrm flipH="1">
              <a:off x="165100" y="148865"/>
              <a:ext cx="6544414" cy="6544414"/>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9" name="円/楕円 8">
              <a:extLst>
                <a:ext uri="{FF2B5EF4-FFF2-40B4-BE49-F238E27FC236}">
                  <a16:creationId xmlns:a16="http://schemas.microsoft.com/office/drawing/2014/main" id="{8351FAB8-FACD-B6BD-022E-9C93374487CD}"/>
                </a:ext>
              </a:extLst>
            </p:cNvPr>
            <p:cNvSpPr/>
            <p:nvPr userDrawn="1"/>
          </p:nvSpPr>
          <p:spPr>
            <a:xfrm rot="1580702" flipH="1">
              <a:off x="6957943" y="-88436"/>
              <a:ext cx="4005435" cy="7037751"/>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
        <p:nvSpPr>
          <p:cNvPr id="2" name="タイトル 1">
            <a:extLst>
              <a:ext uri="{FF2B5EF4-FFF2-40B4-BE49-F238E27FC236}">
                <a16:creationId xmlns:a16="http://schemas.microsoft.com/office/drawing/2014/main" id="{5756306E-B77F-CE22-FA8C-F08F17B5E9B4}"/>
              </a:ext>
            </a:extLst>
          </p:cNvPr>
          <p:cNvSpPr>
            <a:spLocks noGrp="1"/>
          </p:cNvSpPr>
          <p:nvPr>
            <p:ph type="title" hasCustomPrompt="1"/>
          </p:nvPr>
        </p:nvSpPr>
        <p:spPr>
          <a:xfrm>
            <a:off x="5360641" y="533400"/>
            <a:ext cx="2754659" cy="5791200"/>
          </a:xfrm>
        </p:spPr>
        <p:txBody>
          <a:bodyPr rtlCol="0" anchor="ctr">
            <a:normAutofit/>
          </a:bodyPr>
          <a:lstStyle>
            <a:lvl1pPr algn="ctr">
              <a:lnSpc>
                <a:spcPct val="110000"/>
              </a:lnSpc>
              <a:defRPr sz="2100" b="0">
                <a:solidFill>
                  <a:schemeClr val="tx1"/>
                </a:solidFill>
                <a:latin typeface="Meiryo UI" panose="020B0604030504040204" pitchFamily="34" charset="-128"/>
                <a:ea typeface="Meiryo UI" panose="020B0604030504040204" pitchFamily="34" charset="-128"/>
              </a:defRPr>
            </a:lvl1pPr>
          </a:lstStyle>
          <a:p>
            <a:pPr rtl="0"/>
            <a:r>
              <a:rPr lang="ja"/>
              <a:t>マスター タイトルの書式設定</a:t>
            </a:r>
            <a:endParaRPr lang="en-US"/>
          </a:p>
        </p:txBody>
      </p:sp>
      <p:sp>
        <p:nvSpPr>
          <p:cNvPr id="7" name="コンテンツ プレースホルダー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400050" y="533400"/>
            <a:ext cx="4286250" cy="5791200"/>
          </a:xfrm>
        </p:spPr>
        <p:txBody>
          <a:bodyPr rtlCol="0" anchor="ctr">
            <a:normAutofit/>
          </a:bodyPr>
          <a:lstStyle>
            <a:lvl1pPr marL="0" indent="0" algn="ctr">
              <a:lnSpc>
                <a:spcPct val="90000"/>
              </a:lnSpc>
              <a:buNone/>
              <a:defRPr sz="15000" b="0" i="0">
                <a:solidFill>
                  <a:schemeClr val="tx1"/>
                </a:solidFill>
                <a:latin typeface="Meiryo UI" panose="020B0604030504040204" pitchFamily="34" charset="-128"/>
                <a:ea typeface="Meiryo UI" panose="020B0604030504040204" pitchFamily="34" charset="-128"/>
              </a:defRPr>
            </a:lvl1pPr>
          </a:lstStyle>
          <a:p>
            <a:pPr lvl="0" rtl="0"/>
            <a:r>
              <a:rPr lang="ja"/>
              <a:t>##%</a:t>
            </a:r>
          </a:p>
        </p:txBody>
      </p:sp>
      <p:sp>
        <p:nvSpPr>
          <p:cNvPr id="4" name="フッター プレースホルダー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normAutofit/>
          </a:bodyPr>
          <a:lstStyle>
            <a:lvl1pPr>
              <a:defRPr>
                <a:solidFill>
                  <a:schemeClr val="tx1"/>
                </a:solidFill>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lvl1pPr>
              <a:defRPr>
                <a:solidFill>
                  <a:schemeClr val="tx1"/>
                </a:solidFill>
              </a:defRPr>
            </a:lvl1pPr>
          </a:lstStyle>
          <a:p>
            <a:pPr rtl="0"/>
            <a:r>
              <a:rPr lang="en-US"/>
              <a:t>2025/11/24</a:t>
            </a:r>
          </a:p>
        </p:txBody>
      </p:sp>
      <p:sp>
        <p:nvSpPr>
          <p:cNvPr id="5" name="スライド番号プレースホルダー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tx1"/>
                </a:solidFill>
              </a:defRPr>
            </a:lvl1pPr>
          </a:lstStyle>
          <a:p>
            <a:pPr rtl="0"/>
            <a:fld id="{AEAA3239-9EA4-4A65-A281-97F994456D9F}" type="slidenum">
              <a:rPr lang="en-US" smtClean="0"/>
              <a:pPr rtl="0"/>
              <a:t>‹#›</a:t>
            </a:fld>
            <a:endParaRPr lang="en-US"/>
          </a:p>
        </p:txBody>
      </p:sp>
    </p:spTree>
    <p:extLst>
      <p:ext uri="{BB962C8B-B14F-4D97-AF65-F5344CB8AC3E}">
        <p14:creationId xmlns:p14="http://schemas.microsoft.com/office/powerpoint/2010/main" val="18354029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数値 - 大 2">
    <p:bg>
      <p:bgPr>
        <a:solidFill>
          <a:schemeClr val="accent4"/>
        </a:solidFill>
        <a:effectLst/>
      </p:bgPr>
    </p:bg>
    <p:spTree>
      <p:nvGrpSpPr>
        <p:cNvPr id="1" name=""/>
        <p:cNvGrpSpPr/>
        <p:nvPr/>
      </p:nvGrpSpPr>
      <p:grpSpPr>
        <a:xfrm>
          <a:off x="0" y="0"/>
          <a:ext cx="0" cy="0"/>
          <a:chOff x="0" y="0"/>
          <a:chExt cx="0" cy="0"/>
        </a:xfrm>
      </p:grpSpPr>
      <p:grpSp>
        <p:nvGrpSpPr>
          <p:cNvPr id="11" name="グループ 10">
            <a:extLst>
              <a:ext uri="{FF2B5EF4-FFF2-40B4-BE49-F238E27FC236}">
                <a16:creationId xmlns:a16="http://schemas.microsoft.com/office/drawing/2014/main" id="{8001A80B-57C3-2542-F8F9-4162F212C6E2}"/>
              </a:ext>
            </a:extLst>
          </p:cNvPr>
          <p:cNvGrpSpPr/>
          <p:nvPr userDrawn="1"/>
        </p:nvGrpSpPr>
        <p:grpSpPr>
          <a:xfrm>
            <a:off x="114300" y="-88436"/>
            <a:ext cx="8927384" cy="7037751"/>
            <a:chOff x="152400" y="-88436"/>
            <a:chExt cx="11903178" cy="7037751"/>
          </a:xfrm>
        </p:grpSpPr>
        <p:sp>
          <p:nvSpPr>
            <p:cNvPr id="12" name="フリーフォーム(F) 11">
              <a:extLst>
                <a:ext uri="{FF2B5EF4-FFF2-40B4-BE49-F238E27FC236}">
                  <a16:creationId xmlns:a16="http://schemas.microsoft.com/office/drawing/2014/main" id="{29A715F7-04E9-46E5-C36A-E9884D1BF516}"/>
                </a:ext>
              </a:extLst>
            </p:cNvPr>
            <p:cNvSpPr/>
            <p:nvPr/>
          </p:nvSpPr>
          <p:spPr>
            <a:xfrm flipH="1">
              <a:off x="152400" y="653131"/>
              <a:ext cx="1526293" cy="5535886"/>
            </a:xfrm>
            <a:custGeom>
              <a:avLst/>
              <a:gdLst>
                <a:gd name="connsiteX0" fmla="*/ 1526293 w 1526293"/>
                <a:gd name="connsiteY0" fmla="*/ 0 h 5535886"/>
                <a:gd name="connsiteX1" fmla="*/ 1525150 w 1526293"/>
                <a:gd name="connsiteY1" fmla="*/ 652 h 5535886"/>
                <a:gd name="connsiteX2" fmla="*/ 0 w 1526293"/>
                <a:gd name="connsiteY2" fmla="*/ 2767942 h 5535886"/>
                <a:gd name="connsiteX3" fmla="*/ 1525150 w 1526293"/>
                <a:gd name="connsiteY3" fmla="*/ 5535233 h 5535886"/>
                <a:gd name="connsiteX4" fmla="*/ 1526293 w 1526293"/>
                <a:gd name="connsiteY4" fmla="*/ 5535886 h 5535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293" h="5535886">
                  <a:moveTo>
                    <a:pt x="1526293" y="0"/>
                  </a:moveTo>
                  <a:lnTo>
                    <a:pt x="1525150" y="652"/>
                  </a:lnTo>
                  <a:cubicBezTo>
                    <a:pt x="608598" y="580508"/>
                    <a:pt x="0" y="1603152"/>
                    <a:pt x="0" y="2767942"/>
                  </a:cubicBezTo>
                  <a:cubicBezTo>
                    <a:pt x="0" y="3932733"/>
                    <a:pt x="608598" y="4955377"/>
                    <a:pt x="1525150" y="5535233"/>
                  </a:cubicBezTo>
                  <a:lnTo>
                    <a:pt x="1526293" y="5535886"/>
                  </a:ln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13" name="フリーフォーム(F) 12">
              <a:extLst>
                <a:ext uri="{FF2B5EF4-FFF2-40B4-BE49-F238E27FC236}">
                  <a16:creationId xmlns:a16="http://schemas.microsoft.com/office/drawing/2014/main" id="{E2ADEA49-6060-3F6F-D1ED-DA311F3074C0}"/>
                </a:ext>
              </a:extLst>
            </p:cNvPr>
            <p:cNvSpPr/>
            <p:nvPr/>
          </p:nvSpPr>
          <p:spPr>
            <a:xfrm>
              <a:off x="6180986" y="148865"/>
              <a:ext cx="5874592" cy="6544414"/>
            </a:xfrm>
            <a:custGeom>
              <a:avLst/>
              <a:gdLst>
                <a:gd name="connsiteX0" fmla="*/ 3272207 w 5874592"/>
                <a:gd name="connsiteY0" fmla="*/ 0 h 6544414"/>
                <a:gd name="connsiteX1" fmla="*/ 5797201 w 5874592"/>
                <a:gd name="connsiteY1" fmla="*/ 1190780 h 6544414"/>
                <a:gd name="connsiteX2" fmla="*/ 5874592 w 5874592"/>
                <a:gd name="connsiteY2" fmla="*/ 1294273 h 6544414"/>
                <a:gd name="connsiteX3" fmla="*/ 5874592 w 5874592"/>
                <a:gd name="connsiteY3" fmla="*/ 5250141 h 6544414"/>
                <a:gd name="connsiteX4" fmla="*/ 5797201 w 5874592"/>
                <a:gd name="connsiteY4" fmla="*/ 5353635 h 6544414"/>
                <a:gd name="connsiteX5" fmla="*/ 3272207 w 5874592"/>
                <a:gd name="connsiteY5" fmla="*/ 6544414 h 6544414"/>
                <a:gd name="connsiteX6" fmla="*/ 0 w 5874592"/>
                <a:gd name="connsiteY6" fmla="*/ 3272207 h 6544414"/>
                <a:gd name="connsiteX7" fmla="*/ 3272207 w 5874592"/>
                <a:gd name="connsiteY7" fmla="*/ 0 h 6544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74592" h="6544414">
                  <a:moveTo>
                    <a:pt x="3272207" y="0"/>
                  </a:moveTo>
                  <a:cubicBezTo>
                    <a:pt x="4288752" y="0"/>
                    <a:pt x="5197030" y="463541"/>
                    <a:pt x="5797201" y="1190780"/>
                  </a:cubicBezTo>
                  <a:lnTo>
                    <a:pt x="5874592" y="1294273"/>
                  </a:lnTo>
                  <a:lnTo>
                    <a:pt x="5874592" y="5250141"/>
                  </a:lnTo>
                  <a:lnTo>
                    <a:pt x="5797201" y="5353635"/>
                  </a:lnTo>
                  <a:cubicBezTo>
                    <a:pt x="5197030" y="6080874"/>
                    <a:pt x="4288752" y="6544414"/>
                    <a:pt x="3272207" y="6544414"/>
                  </a:cubicBezTo>
                  <a:cubicBezTo>
                    <a:pt x="1465017" y="6544414"/>
                    <a:pt x="0" y="5079397"/>
                    <a:pt x="0" y="3272207"/>
                  </a:cubicBezTo>
                  <a:cubicBezTo>
                    <a:pt x="0" y="1465017"/>
                    <a:pt x="1465017" y="0"/>
                    <a:pt x="3272207" y="0"/>
                  </a:cubicBez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14" name="円/楕円 13">
              <a:extLst>
                <a:ext uri="{FF2B5EF4-FFF2-40B4-BE49-F238E27FC236}">
                  <a16:creationId xmlns:a16="http://schemas.microsoft.com/office/drawing/2014/main" id="{AE1AA2C1-F4A0-4B20-96E2-4E487E8DFC09}"/>
                </a:ext>
              </a:extLst>
            </p:cNvPr>
            <p:cNvSpPr/>
            <p:nvPr/>
          </p:nvSpPr>
          <p:spPr>
            <a:xfrm rot="20019298">
              <a:off x="1927122" y="-88436"/>
              <a:ext cx="4005435" cy="7037751"/>
            </a:xfrm>
            <a:prstGeom prst="ellipse">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
        <p:nvSpPr>
          <p:cNvPr id="16" name="タイトル 1">
            <a:extLst>
              <a:ext uri="{FF2B5EF4-FFF2-40B4-BE49-F238E27FC236}">
                <a16:creationId xmlns:a16="http://schemas.microsoft.com/office/drawing/2014/main" id="{214F1C20-FCE7-30C0-F59F-71217EDB9E89}"/>
              </a:ext>
            </a:extLst>
          </p:cNvPr>
          <p:cNvSpPr>
            <a:spLocks noGrp="1"/>
          </p:cNvSpPr>
          <p:nvPr>
            <p:ph type="title" hasCustomPrompt="1"/>
          </p:nvPr>
        </p:nvSpPr>
        <p:spPr>
          <a:xfrm>
            <a:off x="5553885" y="533400"/>
            <a:ext cx="2961466" cy="5791200"/>
          </a:xfrm>
        </p:spPr>
        <p:txBody>
          <a:bodyPr rtlCol="0" anchor="ctr">
            <a:normAutofit/>
          </a:bodyPr>
          <a:lstStyle>
            <a:lvl1pPr algn="ctr">
              <a:lnSpc>
                <a:spcPct val="110000"/>
              </a:lnSpc>
              <a:defRPr sz="2100" b="0">
                <a:solidFill>
                  <a:schemeClr val="tx1"/>
                </a:solidFill>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7" name="コンテンツ プレースホルダー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400050" y="533400"/>
            <a:ext cx="4286250" cy="5791200"/>
          </a:xfrm>
        </p:spPr>
        <p:txBody>
          <a:bodyPr rtlCol="0" anchor="ctr">
            <a:normAutofit/>
          </a:bodyPr>
          <a:lstStyle>
            <a:lvl1pPr marL="0" indent="0" algn="ctr">
              <a:lnSpc>
                <a:spcPct val="90000"/>
              </a:lnSpc>
              <a:buNone/>
              <a:defRPr sz="15000" b="0" i="0">
                <a:solidFill>
                  <a:schemeClr val="tx1"/>
                </a:solidFill>
                <a:latin typeface="Meiryo UI" panose="020B0604030504040204" pitchFamily="34" charset="-128"/>
                <a:ea typeface="Meiryo UI" panose="020B0604030504040204" pitchFamily="34" charset="-128"/>
              </a:defRPr>
            </a:lvl1pPr>
          </a:lstStyle>
          <a:p>
            <a:pPr lvl="0" rtl="0"/>
            <a:r>
              <a:rPr lang="ja"/>
              <a:t>##%</a:t>
            </a:r>
          </a:p>
        </p:txBody>
      </p:sp>
      <p:sp>
        <p:nvSpPr>
          <p:cNvPr id="4" name="フッター プレースホルダー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normAutofit/>
          </a:bodyPr>
          <a:lstStyle>
            <a:lvl1pPr>
              <a:defRPr>
                <a:solidFill>
                  <a:schemeClr val="tx1"/>
                </a:solidFill>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lvl1pPr>
              <a:defRPr>
                <a:solidFill>
                  <a:schemeClr val="tx1"/>
                </a:solidFill>
              </a:defRPr>
            </a:lvl1pPr>
          </a:lstStyle>
          <a:p>
            <a:pPr rtl="0"/>
            <a:r>
              <a:rPr lang="en-US"/>
              <a:t>2025/11/24</a:t>
            </a:r>
          </a:p>
        </p:txBody>
      </p:sp>
      <p:sp>
        <p:nvSpPr>
          <p:cNvPr id="5" name="スライド番号プレースホルダー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tx1"/>
                </a:solidFill>
              </a:defRPr>
            </a:lvl1pPr>
          </a:lstStyle>
          <a:p>
            <a:pPr rtl="0"/>
            <a:fld id="{AEAA3239-9EA4-4A65-A281-97F994456D9F}" type="slidenum">
              <a:rPr lang="en-US" smtClean="0"/>
              <a:pPr rtl="0"/>
              <a:t>‹#›</a:t>
            </a:fld>
            <a:endParaRPr lang="en-US"/>
          </a:p>
        </p:txBody>
      </p:sp>
    </p:spTree>
    <p:extLst>
      <p:ext uri="{BB962C8B-B14F-4D97-AF65-F5344CB8AC3E}">
        <p14:creationId xmlns:p14="http://schemas.microsoft.com/office/powerpoint/2010/main" val="314728409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数値 - 大 3 ">
    <p:bg>
      <p:bgPr>
        <a:solidFill>
          <a:schemeClr val="accent4"/>
        </a:solidFill>
        <a:effectLst/>
      </p:bgPr>
    </p:bg>
    <p:spTree>
      <p:nvGrpSpPr>
        <p:cNvPr id="1" name=""/>
        <p:cNvGrpSpPr/>
        <p:nvPr/>
      </p:nvGrpSpPr>
      <p:grpSpPr>
        <a:xfrm>
          <a:off x="0" y="0"/>
          <a:ext cx="0" cy="0"/>
          <a:chOff x="0" y="0"/>
          <a:chExt cx="0" cy="0"/>
        </a:xfrm>
      </p:grpSpPr>
      <p:grpSp>
        <p:nvGrpSpPr>
          <p:cNvPr id="9" name="グループ 8">
            <a:extLst>
              <a:ext uri="{FF2B5EF4-FFF2-40B4-BE49-F238E27FC236}">
                <a16:creationId xmlns:a16="http://schemas.microsoft.com/office/drawing/2014/main" id="{E4D2F98B-D271-37CE-BA9E-7E33E5BDD2F8}"/>
              </a:ext>
            </a:extLst>
          </p:cNvPr>
          <p:cNvGrpSpPr/>
          <p:nvPr userDrawn="1"/>
        </p:nvGrpSpPr>
        <p:grpSpPr>
          <a:xfrm>
            <a:off x="2755954" y="167600"/>
            <a:ext cx="7183643" cy="6544414"/>
            <a:chOff x="3674605" y="167600"/>
            <a:chExt cx="9578190" cy="6544414"/>
          </a:xfrm>
        </p:grpSpPr>
        <p:sp>
          <p:nvSpPr>
            <p:cNvPr id="6" name="円/楕円 5">
              <a:extLst>
                <a:ext uri="{FF2B5EF4-FFF2-40B4-BE49-F238E27FC236}">
                  <a16:creationId xmlns:a16="http://schemas.microsoft.com/office/drawing/2014/main" id="{77762970-4BA9-67FE-9546-B8C880CC8F90}"/>
                </a:ext>
              </a:extLst>
            </p:cNvPr>
            <p:cNvSpPr/>
            <p:nvPr userDrawn="1"/>
          </p:nvSpPr>
          <p:spPr>
            <a:xfrm flipH="1" flipV="1">
              <a:off x="3674605" y="167600"/>
              <a:ext cx="6544414" cy="6544414"/>
            </a:xfrm>
            <a:prstGeom prst="ellipse">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8" name="フリーフォーム(F) 7">
              <a:extLst>
                <a:ext uri="{FF2B5EF4-FFF2-40B4-BE49-F238E27FC236}">
                  <a16:creationId xmlns:a16="http://schemas.microsoft.com/office/drawing/2014/main" id="{B3EC315C-BB0A-068E-0412-678F624B1CEE}"/>
                </a:ext>
              </a:extLst>
            </p:cNvPr>
            <p:cNvSpPr/>
            <p:nvPr userDrawn="1"/>
          </p:nvSpPr>
          <p:spPr>
            <a:xfrm rot="20019298" flipH="1" flipV="1">
              <a:off x="10225860" y="197116"/>
              <a:ext cx="3026935" cy="5719959"/>
            </a:xfrm>
            <a:custGeom>
              <a:avLst/>
              <a:gdLst>
                <a:gd name="connsiteX0" fmla="*/ 523706 w 3026935"/>
                <a:gd name="connsiteY0" fmla="*/ 5609175 h 5719959"/>
                <a:gd name="connsiteX1" fmla="*/ 69603 w 3026935"/>
                <a:gd name="connsiteY1" fmla="*/ 5295250 h 5719959"/>
                <a:gd name="connsiteX2" fmla="*/ 0 w 3026935"/>
                <a:gd name="connsiteY2" fmla="*/ 5220954 h 5719959"/>
                <a:gd name="connsiteX3" fmla="*/ 2585464 w 3026935"/>
                <a:gd name="connsiteY3" fmla="*/ 0 h 5719959"/>
                <a:gd name="connsiteX4" fmla="*/ 2684902 w 3026935"/>
                <a:gd name="connsiteY4" fmla="*/ 233646 h 5719959"/>
                <a:gd name="connsiteX5" fmla="*/ 3026935 w 3026935"/>
                <a:gd name="connsiteY5" fmla="*/ 2201083 h 5719959"/>
                <a:gd name="connsiteX6" fmla="*/ 1024217 w 3026935"/>
                <a:gd name="connsiteY6" fmla="*/ 5719959 h 5719959"/>
                <a:gd name="connsiteX7" fmla="*/ 523706 w 3026935"/>
                <a:gd name="connsiteY7" fmla="*/ 5609175 h 5719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6935" h="5719959">
                  <a:moveTo>
                    <a:pt x="523706" y="5609175"/>
                  </a:moveTo>
                  <a:cubicBezTo>
                    <a:pt x="363731" y="5536855"/>
                    <a:pt x="211489" y="5430678"/>
                    <a:pt x="69603" y="5295250"/>
                  </a:cubicBezTo>
                  <a:lnTo>
                    <a:pt x="0" y="5220954"/>
                  </a:lnTo>
                  <a:lnTo>
                    <a:pt x="2585464" y="0"/>
                  </a:lnTo>
                  <a:lnTo>
                    <a:pt x="2684902" y="233646"/>
                  </a:lnTo>
                  <a:cubicBezTo>
                    <a:pt x="2900844" y="795262"/>
                    <a:pt x="3026935" y="1472300"/>
                    <a:pt x="3026935" y="2201083"/>
                  </a:cubicBezTo>
                  <a:cubicBezTo>
                    <a:pt x="3026935" y="4144505"/>
                    <a:pt x="2130288" y="5719959"/>
                    <a:pt x="1024217" y="5719959"/>
                  </a:cubicBezTo>
                  <a:cubicBezTo>
                    <a:pt x="851393" y="5719959"/>
                    <a:pt x="683683" y="5681496"/>
                    <a:pt x="523706" y="5609175"/>
                  </a:cubicBez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grpSp>
      <p:sp>
        <p:nvSpPr>
          <p:cNvPr id="11" name="タイトル 10">
            <a:extLst>
              <a:ext uri="{FF2B5EF4-FFF2-40B4-BE49-F238E27FC236}">
                <a16:creationId xmlns:a16="http://schemas.microsoft.com/office/drawing/2014/main" id="{6AEC7A8F-DFB0-BA58-55BA-2256D4291493}"/>
              </a:ext>
            </a:extLst>
          </p:cNvPr>
          <p:cNvSpPr>
            <a:spLocks noGrp="1"/>
          </p:cNvSpPr>
          <p:nvPr>
            <p:ph type="title" hasCustomPrompt="1"/>
          </p:nvPr>
        </p:nvSpPr>
        <p:spPr>
          <a:xfrm>
            <a:off x="400050" y="4191000"/>
            <a:ext cx="4171950" cy="2127664"/>
          </a:xfrm>
        </p:spPr>
        <p:txBody>
          <a:bodyPr rtlCol="0">
            <a:normAutofit/>
          </a:bodyPr>
          <a:lstStyle>
            <a:lvl1pPr>
              <a:lnSpc>
                <a:spcPct val="110000"/>
              </a:lnSpc>
              <a:defRPr sz="1950">
                <a:solidFill>
                  <a:schemeClr val="bg1"/>
                </a:solidFill>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13" name="コンテンツ プレースホルダー 13">
            <a:extLst>
              <a:ext uri="{FF2B5EF4-FFF2-40B4-BE49-F238E27FC236}">
                <a16:creationId xmlns:a16="http://schemas.microsoft.com/office/drawing/2014/main" id="{7000DFF9-87C1-EF0E-8591-CD17A07068B5}"/>
              </a:ext>
            </a:extLst>
          </p:cNvPr>
          <p:cNvSpPr>
            <a:spLocks noGrp="1"/>
          </p:cNvSpPr>
          <p:nvPr>
            <p:ph sz="quarter" idx="14" hasCustomPrompt="1"/>
          </p:nvPr>
        </p:nvSpPr>
        <p:spPr>
          <a:xfrm>
            <a:off x="400050" y="759066"/>
            <a:ext cx="8343900" cy="3279534"/>
          </a:xfrm>
        </p:spPr>
        <p:txBody>
          <a:bodyPr rtlCol="0">
            <a:normAutofit/>
          </a:bodyPr>
          <a:lstStyle>
            <a:lvl1pPr>
              <a:lnSpc>
                <a:spcPct val="90000"/>
              </a:lnSpc>
              <a:buNone/>
              <a:defRPr sz="22500">
                <a:solidFill>
                  <a:schemeClr val="bg1"/>
                </a:solidFill>
                <a:latin typeface="Meiryo UI" panose="020B0604030504040204" pitchFamily="34" charset="-128"/>
                <a:ea typeface="Meiryo UI" panose="020B0604030504040204" pitchFamily="34" charset="-128"/>
              </a:defRPr>
            </a:lvl1pPr>
          </a:lstStyle>
          <a:p>
            <a:pPr lvl="0" rtl="0"/>
            <a:r>
              <a:rPr lang="ja"/>
              <a:t>##%</a:t>
            </a:r>
          </a:p>
        </p:txBody>
      </p:sp>
      <p:sp>
        <p:nvSpPr>
          <p:cNvPr id="4" name="フッター プレースホルダー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normAutofit/>
          </a:bodyPr>
          <a:lstStyle>
            <a:lvl1pPr>
              <a:defRPr>
                <a:solidFill>
                  <a:schemeClr val="bg1"/>
                </a:solidFill>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lvl1pPr>
              <a:defRPr>
                <a:solidFill>
                  <a:schemeClr val="bg1"/>
                </a:solidFill>
              </a:defRPr>
            </a:lvl1pPr>
          </a:lstStyle>
          <a:p>
            <a:pPr rtl="0"/>
            <a:r>
              <a:rPr lang="en-US"/>
              <a:t>2025/11/24</a:t>
            </a:r>
          </a:p>
        </p:txBody>
      </p:sp>
      <p:sp>
        <p:nvSpPr>
          <p:cNvPr id="5" name="スライド番号プレースホルダー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rtl="0"/>
              <a:t>‹#›</a:t>
            </a:fld>
            <a:endParaRPr lang="en-US"/>
          </a:p>
        </p:txBody>
      </p:sp>
    </p:spTree>
    <p:extLst>
      <p:ext uri="{BB962C8B-B14F-4D97-AF65-F5344CB8AC3E}">
        <p14:creationId xmlns:p14="http://schemas.microsoft.com/office/powerpoint/2010/main" val="858912376"/>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数値 - 大 4">
    <p:bg>
      <p:bgPr>
        <a:solidFill>
          <a:schemeClr val="accent4"/>
        </a:solidFill>
        <a:effectLst/>
      </p:bgPr>
    </p:bg>
    <p:spTree>
      <p:nvGrpSpPr>
        <p:cNvPr id="1" name=""/>
        <p:cNvGrpSpPr/>
        <p:nvPr/>
      </p:nvGrpSpPr>
      <p:grpSpPr>
        <a:xfrm>
          <a:off x="0" y="0"/>
          <a:ext cx="0" cy="0"/>
          <a:chOff x="0" y="0"/>
          <a:chExt cx="0" cy="0"/>
        </a:xfrm>
      </p:grpSpPr>
      <p:grpSp>
        <p:nvGrpSpPr>
          <p:cNvPr id="9" name="グループ 8">
            <a:extLst>
              <a:ext uri="{FF2B5EF4-FFF2-40B4-BE49-F238E27FC236}">
                <a16:creationId xmlns:a16="http://schemas.microsoft.com/office/drawing/2014/main" id="{6D9F14A6-6A33-FB70-8539-2013309315DA}"/>
              </a:ext>
            </a:extLst>
          </p:cNvPr>
          <p:cNvGrpSpPr/>
          <p:nvPr userDrawn="1"/>
        </p:nvGrpSpPr>
        <p:grpSpPr>
          <a:xfrm>
            <a:off x="114300" y="148867"/>
            <a:ext cx="9813728" cy="6544413"/>
            <a:chOff x="152400" y="148866"/>
            <a:chExt cx="13084970" cy="6544413"/>
          </a:xfrm>
        </p:grpSpPr>
        <p:sp>
          <p:nvSpPr>
            <p:cNvPr id="10" name="フリーフォーム(F) 9">
              <a:extLst>
                <a:ext uri="{FF2B5EF4-FFF2-40B4-BE49-F238E27FC236}">
                  <a16:creationId xmlns:a16="http://schemas.microsoft.com/office/drawing/2014/main" id="{3FE5424B-1C2A-A6C8-2640-0AAA6B5870AC}"/>
                </a:ext>
              </a:extLst>
            </p:cNvPr>
            <p:cNvSpPr/>
            <p:nvPr/>
          </p:nvSpPr>
          <p:spPr>
            <a:xfrm flipH="1">
              <a:off x="152400" y="148866"/>
              <a:ext cx="10517893" cy="6544413"/>
            </a:xfrm>
            <a:custGeom>
              <a:avLst/>
              <a:gdLst>
                <a:gd name="connsiteX0" fmla="*/ 10517893 w 10517893"/>
                <a:gd name="connsiteY0" fmla="*/ 0 h 6544413"/>
                <a:gd name="connsiteX1" fmla="*/ 3272207 w 10517893"/>
                <a:gd name="connsiteY1" fmla="*/ 0 h 6544413"/>
                <a:gd name="connsiteX2" fmla="*/ 3231795 w 10517893"/>
                <a:gd name="connsiteY2" fmla="*/ 0 h 6544413"/>
                <a:gd name="connsiteX3" fmla="*/ 3231795 w 10517893"/>
                <a:gd name="connsiteY3" fmla="*/ 2041 h 6544413"/>
                <a:gd name="connsiteX4" fmla="*/ 2937642 w 10517893"/>
                <a:gd name="connsiteY4" fmla="*/ 16896 h 6544413"/>
                <a:gd name="connsiteX5" fmla="*/ 0 w 10517893"/>
                <a:gd name="connsiteY5" fmla="*/ 3272207 h 6544413"/>
                <a:gd name="connsiteX6" fmla="*/ 2937642 w 10517893"/>
                <a:gd name="connsiteY6" fmla="*/ 6527520 h 6544413"/>
                <a:gd name="connsiteX7" fmla="*/ 3231795 w 10517893"/>
                <a:gd name="connsiteY7" fmla="*/ 6542374 h 6544413"/>
                <a:gd name="connsiteX8" fmla="*/ 3231795 w 10517893"/>
                <a:gd name="connsiteY8" fmla="*/ 6544413 h 6544413"/>
                <a:gd name="connsiteX9" fmla="*/ 3272207 w 10517893"/>
                <a:gd name="connsiteY9" fmla="*/ 6544413 h 6544413"/>
                <a:gd name="connsiteX10" fmla="*/ 10517893 w 105178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517893" h="6544413">
                  <a:moveTo>
                    <a:pt x="10517893" y="0"/>
                  </a:moveTo>
                  <a:lnTo>
                    <a:pt x="3272207" y="0"/>
                  </a:lnTo>
                  <a:lnTo>
                    <a:pt x="3231795" y="0"/>
                  </a:lnTo>
                  <a:lnTo>
                    <a:pt x="3231795" y="2041"/>
                  </a:lnTo>
                  <a:lnTo>
                    <a:pt x="2937642" y="16896"/>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10517893" y="6544413"/>
                  </a:ln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11" name="フリーフォーム(F) 10">
              <a:extLst>
                <a:ext uri="{FF2B5EF4-FFF2-40B4-BE49-F238E27FC236}">
                  <a16:creationId xmlns:a16="http://schemas.microsoft.com/office/drawing/2014/main" id="{E8B2D998-93EB-2CBC-37AA-4294826CB13B}"/>
                </a:ext>
              </a:extLst>
            </p:cNvPr>
            <p:cNvSpPr/>
            <p:nvPr/>
          </p:nvSpPr>
          <p:spPr>
            <a:xfrm rot="20019298">
              <a:off x="10566593" y="306343"/>
              <a:ext cx="2670777" cy="5138414"/>
            </a:xfrm>
            <a:custGeom>
              <a:avLst/>
              <a:gdLst>
                <a:gd name="connsiteX0" fmla="*/ 2503229 w 2670777"/>
                <a:gd name="connsiteY0" fmla="*/ 110784 h 5138414"/>
                <a:gd name="connsiteX1" fmla="*/ 2598266 w 2670777"/>
                <a:gd name="connsiteY1" fmla="*/ 158202 h 5138414"/>
                <a:gd name="connsiteX2" fmla="*/ 2670777 w 2670777"/>
                <a:gd name="connsiteY2" fmla="*/ 201312 h 5138414"/>
                <a:gd name="connsiteX3" fmla="*/ 225879 w 2670777"/>
                <a:gd name="connsiteY3" fmla="*/ 5138414 h 5138414"/>
                <a:gd name="connsiteX4" fmla="*/ 157383 w 2670777"/>
                <a:gd name="connsiteY4" fmla="*/ 4888582 h 5138414"/>
                <a:gd name="connsiteX5" fmla="*/ 0 w 2670777"/>
                <a:gd name="connsiteY5" fmla="*/ 3518876 h 5138414"/>
                <a:gd name="connsiteX6" fmla="*/ 2002718 w 2670777"/>
                <a:gd name="connsiteY6" fmla="*/ 0 h 5138414"/>
                <a:gd name="connsiteX7" fmla="*/ 2503229 w 2670777"/>
                <a:gd name="connsiteY7" fmla="*/ 110784 h 513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0777" h="5138414">
                  <a:moveTo>
                    <a:pt x="2503229" y="110784"/>
                  </a:moveTo>
                  <a:cubicBezTo>
                    <a:pt x="2535224" y="125248"/>
                    <a:pt x="2566910" y="141066"/>
                    <a:pt x="2598266" y="158202"/>
                  </a:cubicBezTo>
                  <a:lnTo>
                    <a:pt x="2670777" y="201312"/>
                  </a:lnTo>
                  <a:lnTo>
                    <a:pt x="225879" y="5138414"/>
                  </a:lnTo>
                  <a:lnTo>
                    <a:pt x="157383" y="4888582"/>
                  </a:lnTo>
                  <a:cubicBezTo>
                    <a:pt x="56041" y="4467590"/>
                    <a:pt x="0" y="4004732"/>
                    <a:pt x="0" y="3518876"/>
                  </a:cubicBezTo>
                  <a:cubicBezTo>
                    <a:pt x="0" y="1575454"/>
                    <a:pt x="896647" y="0"/>
                    <a:pt x="2002718" y="0"/>
                  </a:cubicBezTo>
                  <a:cubicBezTo>
                    <a:pt x="2175542" y="0"/>
                    <a:pt x="2343253" y="38464"/>
                    <a:pt x="2503229" y="110784"/>
                  </a:cubicBez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grpSp>
      <p:sp>
        <p:nvSpPr>
          <p:cNvPr id="8" name="タイトル 7">
            <a:extLst>
              <a:ext uri="{FF2B5EF4-FFF2-40B4-BE49-F238E27FC236}">
                <a16:creationId xmlns:a16="http://schemas.microsoft.com/office/drawing/2014/main" id="{D7B780EC-F16A-35FF-0401-36928A84A403}"/>
              </a:ext>
            </a:extLst>
          </p:cNvPr>
          <p:cNvSpPr>
            <a:spLocks noGrp="1"/>
          </p:cNvSpPr>
          <p:nvPr>
            <p:ph type="title" hasCustomPrompt="1"/>
          </p:nvPr>
        </p:nvSpPr>
        <p:spPr>
          <a:xfrm>
            <a:off x="400050" y="4191000"/>
            <a:ext cx="4171950" cy="2127664"/>
          </a:xfrm>
        </p:spPr>
        <p:txBody>
          <a:bodyPr rtlCol="0">
            <a:normAutofit/>
          </a:bodyPr>
          <a:lstStyle>
            <a:lvl1pPr>
              <a:lnSpc>
                <a:spcPct val="110000"/>
              </a:lnSpc>
              <a:defRPr sz="1950">
                <a:solidFill>
                  <a:schemeClr val="bg1"/>
                </a:solidFill>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14" name="コンテンツ プレースホルダー 13">
            <a:extLst>
              <a:ext uri="{FF2B5EF4-FFF2-40B4-BE49-F238E27FC236}">
                <a16:creationId xmlns:a16="http://schemas.microsoft.com/office/drawing/2014/main" id="{26CBD53D-3DBA-A3EF-41D6-7A5D01E2329F}"/>
              </a:ext>
            </a:extLst>
          </p:cNvPr>
          <p:cNvSpPr>
            <a:spLocks noGrp="1"/>
          </p:cNvSpPr>
          <p:nvPr>
            <p:ph sz="quarter" idx="14" hasCustomPrompt="1"/>
          </p:nvPr>
        </p:nvSpPr>
        <p:spPr>
          <a:xfrm>
            <a:off x="400050" y="533400"/>
            <a:ext cx="8343900" cy="3505200"/>
          </a:xfrm>
        </p:spPr>
        <p:txBody>
          <a:bodyPr rtlCol="0">
            <a:normAutofit/>
          </a:bodyPr>
          <a:lstStyle>
            <a:lvl1pPr>
              <a:lnSpc>
                <a:spcPct val="90000"/>
              </a:lnSpc>
              <a:buNone/>
              <a:defRPr sz="22500">
                <a:solidFill>
                  <a:schemeClr val="bg1"/>
                </a:solidFill>
                <a:latin typeface="Meiryo UI" panose="020B0604030504040204" pitchFamily="34" charset="-128"/>
                <a:ea typeface="Meiryo UI" panose="020B0604030504040204" pitchFamily="34" charset="-128"/>
              </a:defRPr>
            </a:lvl1pPr>
          </a:lstStyle>
          <a:p>
            <a:pPr lvl="0" rtl="0"/>
            <a:r>
              <a:rPr lang="ja"/>
              <a:t>##%</a:t>
            </a:r>
          </a:p>
        </p:txBody>
      </p:sp>
      <p:sp>
        <p:nvSpPr>
          <p:cNvPr id="4" name="フッター プレースホルダー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normAutofit/>
          </a:bodyPr>
          <a:lstStyle>
            <a:lvl1pPr>
              <a:defRPr>
                <a:solidFill>
                  <a:schemeClr val="bg1"/>
                </a:solidFill>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lvl1pPr>
              <a:defRPr>
                <a:solidFill>
                  <a:schemeClr val="bg1"/>
                </a:solidFill>
              </a:defRPr>
            </a:lvl1pPr>
          </a:lstStyle>
          <a:p>
            <a:pPr rtl="0"/>
            <a:r>
              <a:rPr lang="en-US"/>
              <a:t>2025/11/24</a:t>
            </a:r>
          </a:p>
        </p:txBody>
      </p:sp>
      <p:sp>
        <p:nvSpPr>
          <p:cNvPr id="5" name="スライド番号プレースホルダー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rtl="0"/>
              <a:t>‹#›</a:t>
            </a:fld>
            <a:endParaRPr lang="en-US"/>
          </a:p>
        </p:txBody>
      </p:sp>
    </p:spTree>
    <p:extLst>
      <p:ext uri="{BB962C8B-B14F-4D97-AF65-F5344CB8AC3E}">
        <p14:creationId xmlns:p14="http://schemas.microsoft.com/office/powerpoint/2010/main" val="556111633"/>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文">
    <p:bg>
      <p:bgPr>
        <a:solidFill>
          <a:schemeClr val="accent2"/>
        </a:solidFill>
        <a:effectLst/>
      </p:bgPr>
    </p:bg>
    <p:spTree>
      <p:nvGrpSpPr>
        <p:cNvPr id="1" name=""/>
        <p:cNvGrpSpPr/>
        <p:nvPr/>
      </p:nvGrpSpPr>
      <p:grpSpPr>
        <a:xfrm>
          <a:off x="0" y="0"/>
          <a:ext cx="0" cy="0"/>
          <a:chOff x="0" y="0"/>
          <a:chExt cx="0" cy="0"/>
        </a:xfrm>
      </p:grpSpPr>
      <p:grpSp>
        <p:nvGrpSpPr>
          <p:cNvPr id="10" name="グループ 9">
            <a:extLst>
              <a:ext uri="{FF2B5EF4-FFF2-40B4-BE49-F238E27FC236}">
                <a16:creationId xmlns:a16="http://schemas.microsoft.com/office/drawing/2014/main" id="{6EF000B3-B3CC-941C-359D-2D09154526E9}"/>
              </a:ext>
            </a:extLst>
          </p:cNvPr>
          <p:cNvGrpSpPr/>
          <p:nvPr userDrawn="1"/>
        </p:nvGrpSpPr>
        <p:grpSpPr>
          <a:xfrm>
            <a:off x="114300" y="-88436"/>
            <a:ext cx="8928154" cy="7037751"/>
            <a:chOff x="152400" y="-88436"/>
            <a:chExt cx="11904205" cy="7037751"/>
          </a:xfrm>
        </p:grpSpPr>
        <p:sp>
          <p:nvSpPr>
            <p:cNvPr id="6" name="フリーフォーム(F) 5">
              <a:extLst>
                <a:ext uri="{FF2B5EF4-FFF2-40B4-BE49-F238E27FC236}">
                  <a16:creationId xmlns:a16="http://schemas.microsoft.com/office/drawing/2014/main" id="{2582DCA7-8895-A2BB-0DBE-032EA20CC439}"/>
                </a:ext>
              </a:extLst>
            </p:cNvPr>
            <p:cNvSpPr/>
            <p:nvPr userDrawn="1"/>
          </p:nvSpPr>
          <p:spPr>
            <a:xfrm flipH="1" flipV="1">
              <a:off x="152400" y="1232165"/>
              <a:ext cx="857498" cy="4415281"/>
            </a:xfrm>
            <a:custGeom>
              <a:avLst/>
              <a:gdLst>
                <a:gd name="connsiteX0" fmla="*/ 857498 w 857498"/>
                <a:gd name="connsiteY0" fmla="*/ 4415281 h 4415281"/>
                <a:gd name="connsiteX1" fmla="*/ 850059 w 857498"/>
                <a:gd name="connsiteY1" fmla="*/ 4407798 h 4415281"/>
                <a:gd name="connsiteX2" fmla="*/ 0 w 857498"/>
                <a:gd name="connsiteY2" fmla="*/ 2207640 h 4415281"/>
                <a:gd name="connsiteX3" fmla="*/ 850059 w 857498"/>
                <a:gd name="connsiteY3" fmla="*/ 7483 h 4415281"/>
                <a:gd name="connsiteX4" fmla="*/ 857498 w 857498"/>
                <a:gd name="connsiteY4" fmla="*/ 0 h 44152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498" h="4415281">
                  <a:moveTo>
                    <a:pt x="857498" y="4415281"/>
                  </a:moveTo>
                  <a:lnTo>
                    <a:pt x="850059" y="4407798"/>
                  </a:lnTo>
                  <a:cubicBezTo>
                    <a:pt x="321903" y="3826696"/>
                    <a:pt x="0" y="3054760"/>
                    <a:pt x="0" y="2207640"/>
                  </a:cubicBezTo>
                  <a:cubicBezTo>
                    <a:pt x="0" y="1360520"/>
                    <a:pt x="321903" y="588585"/>
                    <a:pt x="850059" y="7483"/>
                  </a:cubicBezTo>
                  <a:lnTo>
                    <a:pt x="857498" y="0"/>
                  </a:ln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8" name="円/楕円 7">
              <a:extLst>
                <a:ext uri="{FF2B5EF4-FFF2-40B4-BE49-F238E27FC236}">
                  <a16:creationId xmlns:a16="http://schemas.microsoft.com/office/drawing/2014/main" id="{06A580B7-03BC-7B73-D23A-D4523B8FB667}"/>
                </a:ext>
              </a:extLst>
            </p:cNvPr>
            <p:cNvSpPr/>
            <p:nvPr userDrawn="1"/>
          </p:nvSpPr>
          <p:spPr>
            <a:xfrm flipV="1">
              <a:off x="5512191" y="167600"/>
              <a:ext cx="6544414" cy="6544414"/>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9" name="円/楕円 8">
              <a:extLst>
                <a:ext uri="{FF2B5EF4-FFF2-40B4-BE49-F238E27FC236}">
                  <a16:creationId xmlns:a16="http://schemas.microsoft.com/office/drawing/2014/main" id="{077ECBD9-D58C-001D-C9CF-2A1A6B692875}"/>
                </a:ext>
              </a:extLst>
            </p:cNvPr>
            <p:cNvSpPr/>
            <p:nvPr userDrawn="1"/>
          </p:nvSpPr>
          <p:spPr>
            <a:xfrm rot="1580702" flipV="1">
              <a:off x="1258327" y="-88436"/>
              <a:ext cx="4005435" cy="703775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
        <p:nvSpPr>
          <p:cNvPr id="2" name="タイトル 1">
            <a:extLst>
              <a:ext uri="{FF2B5EF4-FFF2-40B4-BE49-F238E27FC236}">
                <a16:creationId xmlns:a16="http://schemas.microsoft.com/office/drawing/2014/main" id="{A7221EB5-8556-FBD7-00D5-D69AC8E7E73A}"/>
              </a:ext>
            </a:extLst>
          </p:cNvPr>
          <p:cNvSpPr>
            <a:spLocks noGrp="1"/>
          </p:cNvSpPr>
          <p:nvPr>
            <p:ph type="title" hasCustomPrompt="1"/>
          </p:nvPr>
        </p:nvSpPr>
        <p:spPr>
          <a:xfrm>
            <a:off x="459486" y="-1133856"/>
            <a:ext cx="7989570" cy="914400"/>
          </a:xfrm>
        </p:spPr>
        <p:txBody>
          <a:bodyPr rtlCol="0">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endParaRPr lang="en-US"/>
          </a:p>
        </p:txBody>
      </p:sp>
      <p:sp>
        <p:nvSpPr>
          <p:cNvPr id="7" name="コンテンツ プレースホルダー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00050" y="533400"/>
            <a:ext cx="8343900" cy="5807620"/>
          </a:xfrm>
        </p:spPr>
        <p:txBody>
          <a:bodyPr rtlCol="0" anchor="ctr">
            <a:normAutofit/>
          </a:bodyPr>
          <a:lstStyle>
            <a:lvl1pPr marL="0" indent="0">
              <a:lnSpc>
                <a:spcPct val="90000"/>
              </a:lnSpc>
              <a:spcBef>
                <a:spcPts val="0"/>
              </a:spcBef>
              <a:buNone/>
              <a:defRPr sz="5400" b="0" i="0">
                <a:solidFill>
                  <a:schemeClr val="bg1"/>
                </a:solidFill>
                <a:latin typeface="Meiryo UI" panose="020B0604030504040204" pitchFamily="34" charset="-128"/>
                <a:ea typeface="Meiryo UI" panose="020B0604030504040204" pitchFamily="34" charset="-128"/>
              </a:defRPr>
            </a:lvl1pPr>
            <a:lvl2pPr marL="171450" indent="0">
              <a:lnSpc>
                <a:spcPct val="90000"/>
              </a:lnSpc>
              <a:spcBef>
                <a:spcPts val="0"/>
              </a:spcBef>
              <a:buNone/>
              <a:defRPr sz="5400" b="0" i="0">
                <a:solidFill>
                  <a:schemeClr val="bg1"/>
                </a:solidFill>
                <a:latin typeface="Meiryo UI" panose="020B0604030504040204" pitchFamily="34" charset="-128"/>
                <a:ea typeface="Meiryo UI" panose="020B0604030504040204" pitchFamily="34" charset="-128"/>
              </a:defRPr>
            </a:lvl2pPr>
            <a:lvl3pPr marL="342900" indent="0">
              <a:lnSpc>
                <a:spcPct val="90000"/>
              </a:lnSpc>
              <a:spcBef>
                <a:spcPts val="0"/>
              </a:spcBef>
              <a:buNone/>
              <a:defRPr sz="5400" b="0" i="0">
                <a:solidFill>
                  <a:schemeClr val="bg1"/>
                </a:solidFill>
                <a:latin typeface="Meiryo UI" panose="020B0604030504040204" pitchFamily="34" charset="-128"/>
                <a:ea typeface="Meiryo UI" panose="020B0604030504040204" pitchFamily="34" charset="-128"/>
              </a:defRPr>
            </a:lvl3pPr>
            <a:lvl4pPr marL="514350" indent="0">
              <a:lnSpc>
                <a:spcPct val="90000"/>
              </a:lnSpc>
              <a:spcBef>
                <a:spcPts val="0"/>
              </a:spcBef>
              <a:buNone/>
              <a:defRPr sz="5400" b="0" i="0">
                <a:solidFill>
                  <a:schemeClr val="bg1"/>
                </a:solidFill>
                <a:latin typeface="Meiryo UI" panose="020B0604030504040204" pitchFamily="34" charset="-128"/>
                <a:ea typeface="Meiryo UI" panose="020B0604030504040204" pitchFamily="34" charset="-128"/>
              </a:defRPr>
            </a:lvl4pPr>
            <a:lvl5pPr marL="685800" indent="0">
              <a:lnSpc>
                <a:spcPct val="90000"/>
              </a:lnSpc>
              <a:spcBef>
                <a:spcPts val="0"/>
              </a:spcBef>
              <a:buNone/>
              <a:defRPr sz="5400" b="0" i="0">
                <a:solidFill>
                  <a:schemeClr val="bg1"/>
                </a:solidFill>
                <a:latin typeface="Meiryo UI" panose="020B0604030504040204" pitchFamily="34" charset="-128"/>
                <a:ea typeface="Meiryo UI" panose="020B0604030504040204" pitchFamily="34" charset="-128"/>
              </a:defRPr>
            </a:lvl5pPr>
          </a:lstStyle>
          <a:p>
            <a:pPr lvl="0" rtl="0"/>
            <a:r>
              <a:rPr lang="ja"/>
              <a:t>クリックしてステートメントを追加</a:t>
            </a:r>
          </a:p>
          <a:p>
            <a:pPr lvl="1" rtl="0"/>
            <a:r>
              <a:rPr lang="ja"/>
              <a:t>第 2 レベル</a:t>
            </a:r>
          </a:p>
          <a:p>
            <a:pPr lvl="2" rtl="0"/>
            <a:r>
              <a:rPr lang="ja"/>
              <a:t>第 3 レベル</a:t>
            </a:r>
          </a:p>
          <a:p>
            <a:pPr lvl="3" rtl="0"/>
            <a:r>
              <a:rPr lang="ja"/>
              <a:t>第 4 レベル</a:t>
            </a:r>
          </a:p>
          <a:p>
            <a:pPr lvl="4" rtl="0"/>
            <a:r>
              <a:rPr lang="ja"/>
              <a:t>第 5 レベル</a:t>
            </a:r>
          </a:p>
        </p:txBody>
      </p:sp>
      <p:sp>
        <p:nvSpPr>
          <p:cNvPr id="4" name="フッター プレースホルダー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normAutofit/>
          </a:bodyPr>
          <a:lstStyle>
            <a:lvl1pPr>
              <a:defRPr>
                <a:solidFill>
                  <a:schemeClr val="bg1"/>
                </a:solidFill>
                <a:latin typeface="Meiryo UI" panose="020B0604030504040204" pitchFamily="34" charset="-128"/>
                <a:ea typeface="Meiryo UI" panose="020B0604030504040204" pitchFamily="34" charset="-128"/>
              </a:defRPr>
            </a:lvl1pPr>
          </a:lstStyle>
          <a:p>
            <a:r>
              <a:rPr lang="ja"/>
              <a:t>サンプル フッター テキスト</a:t>
            </a:r>
            <a:endParaRPr lang="en-US"/>
          </a:p>
        </p:txBody>
      </p:sp>
      <p:sp>
        <p:nvSpPr>
          <p:cNvPr id="3" name="日付プレースホルダー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lvl1pPr>
              <a:defRPr>
                <a:solidFill>
                  <a:schemeClr val="bg1"/>
                </a:solidFill>
              </a:defRPr>
            </a:lvl1pPr>
          </a:lstStyle>
          <a:p>
            <a:pPr rtl="0"/>
            <a:r>
              <a:rPr lang="en-US"/>
              <a:t>2025/11/24</a:t>
            </a:r>
          </a:p>
        </p:txBody>
      </p:sp>
      <p:sp>
        <p:nvSpPr>
          <p:cNvPr id="5" name="スライド番号プレースホルダー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rtl="0"/>
              <a:t>‹#›</a:t>
            </a:fld>
            <a:endParaRPr lang="en-US"/>
          </a:p>
        </p:txBody>
      </p:sp>
    </p:spTree>
    <p:extLst>
      <p:ext uri="{BB962C8B-B14F-4D97-AF65-F5344CB8AC3E}">
        <p14:creationId xmlns:p14="http://schemas.microsoft.com/office/powerpoint/2010/main" val="2611033816"/>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文 2">
    <p:bg>
      <p:bgPr>
        <a:solidFill>
          <a:schemeClr val="accent2">
            <a:lumMod val="40000"/>
            <a:lumOff val="60000"/>
          </a:schemeClr>
        </a:solidFill>
        <a:effectLst/>
      </p:bgPr>
    </p:bg>
    <p:spTree>
      <p:nvGrpSpPr>
        <p:cNvPr id="1" name=""/>
        <p:cNvGrpSpPr/>
        <p:nvPr/>
      </p:nvGrpSpPr>
      <p:grpSpPr>
        <a:xfrm>
          <a:off x="0" y="0"/>
          <a:ext cx="0" cy="0"/>
          <a:chOff x="0" y="0"/>
          <a:chExt cx="0" cy="0"/>
        </a:xfrm>
      </p:grpSpPr>
      <p:grpSp>
        <p:nvGrpSpPr>
          <p:cNvPr id="6" name="グループ 5">
            <a:extLst>
              <a:ext uri="{FF2B5EF4-FFF2-40B4-BE49-F238E27FC236}">
                <a16:creationId xmlns:a16="http://schemas.microsoft.com/office/drawing/2014/main" id="{C83108B4-D831-97C7-3CA0-D2D881D64FF0}"/>
              </a:ext>
            </a:extLst>
          </p:cNvPr>
          <p:cNvGrpSpPr/>
          <p:nvPr userDrawn="1"/>
        </p:nvGrpSpPr>
        <p:grpSpPr>
          <a:xfrm>
            <a:off x="114300" y="-88436"/>
            <a:ext cx="8928154" cy="7037751"/>
            <a:chOff x="152400" y="-88436"/>
            <a:chExt cx="11904205" cy="7037751"/>
          </a:xfrm>
        </p:grpSpPr>
        <p:sp>
          <p:nvSpPr>
            <p:cNvPr id="8" name="フリーフォーム(F) 7">
              <a:extLst>
                <a:ext uri="{FF2B5EF4-FFF2-40B4-BE49-F238E27FC236}">
                  <a16:creationId xmlns:a16="http://schemas.microsoft.com/office/drawing/2014/main" id="{A496F412-2CA1-A786-6264-9455D3669C60}"/>
                </a:ext>
              </a:extLst>
            </p:cNvPr>
            <p:cNvSpPr/>
            <p:nvPr/>
          </p:nvSpPr>
          <p:spPr>
            <a:xfrm flipH="1" flipV="1">
              <a:off x="152400" y="1232165"/>
              <a:ext cx="857498" cy="4415281"/>
            </a:xfrm>
            <a:custGeom>
              <a:avLst/>
              <a:gdLst>
                <a:gd name="connsiteX0" fmla="*/ 857498 w 857498"/>
                <a:gd name="connsiteY0" fmla="*/ 4415281 h 4415281"/>
                <a:gd name="connsiteX1" fmla="*/ 850059 w 857498"/>
                <a:gd name="connsiteY1" fmla="*/ 4407798 h 4415281"/>
                <a:gd name="connsiteX2" fmla="*/ 0 w 857498"/>
                <a:gd name="connsiteY2" fmla="*/ 2207640 h 4415281"/>
                <a:gd name="connsiteX3" fmla="*/ 850059 w 857498"/>
                <a:gd name="connsiteY3" fmla="*/ 7483 h 4415281"/>
                <a:gd name="connsiteX4" fmla="*/ 857498 w 857498"/>
                <a:gd name="connsiteY4" fmla="*/ 0 h 44152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498" h="4415281">
                  <a:moveTo>
                    <a:pt x="857498" y="4415281"/>
                  </a:moveTo>
                  <a:lnTo>
                    <a:pt x="850059" y="4407798"/>
                  </a:lnTo>
                  <a:cubicBezTo>
                    <a:pt x="321903" y="3826696"/>
                    <a:pt x="0" y="3054760"/>
                    <a:pt x="0" y="2207640"/>
                  </a:cubicBezTo>
                  <a:cubicBezTo>
                    <a:pt x="0" y="1360520"/>
                    <a:pt x="321903" y="588585"/>
                    <a:pt x="850059" y="7483"/>
                  </a:cubicBezTo>
                  <a:lnTo>
                    <a:pt x="857498" y="0"/>
                  </a:lnTo>
                  <a:close/>
                </a:path>
              </a:pathLst>
            </a:cu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9" name="円/楕円 8">
              <a:extLst>
                <a:ext uri="{FF2B5EF4-FFF2-40B4-BE49-F238E27FC236}">
                  <a16:creationId xmlns:a16="http://schemas.microsoft.com/office/drawing/2014/main" id="{EB3D0D44-B0A9-90BF-BECF-B9616C6B43A2}"/>
                </a:ext>
              </a:extLst>
            </p:cNvPr>
            <p:cNvSpPr/>
            <p:nvPr/>
          </p:nvSpPr>
          <p:spPr>
            <a:xfrm flipV="1">
              <a:off x="5512191" y="167600"/>
              <a:ext cx="6544414" cy="6544414"/>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10" name="円/楕円 9">
              <a:extLst>
                <a:ext uri="{FF2B5EF4-FFF2-40B4-BE49-F238E27FC236}">
                  <a16:creationId xmlns:a16="http://schemas.microsoft.com/office/drawing/2014/main" id="{32187DF4-0103-94F1-AE81-7B1C3CE4D600}"/>
                </a:ext>
              </a:extLst>
            </p:cNvPr>
            <p:cNvSpPr/>
            <p:nvPr/>
          </p:nvSpPr>
          <p:spPr>
            <a:xfrm rot="1580702" flipV="1">
              <a:off x="1258327" y="-88436"/>
              <a:ext cx="4005435" cy="7037751"/>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
        <p:nvSpPr>
          <p:cNvPr id="2" name="タイトル 1">
            <a:extLst>
              <a:ext uri="{FF2B5EF4-FFF2-40B4-BE49-F238E27FC236}">
                <a16:creationId xmlns:a16="http://schemas.microsoft.com/office/drawing/2014/main" id="{A7221EB5-8556-FBD7-00D5-D69AC8E7E73A}"/>
              </a:ext>
            </a:extLst>
          </p:cNvPr>
          <p:cNvSpPr>
            <a:spLocks noGrp="1"/>
          </p:cNvSpPr>
          <p:nvPr>
            <p:ph type="title" hasCustomPrompt="1"/>
          </p:nvPr>
        </p:nvSpPr>
        <p:spPr>
          <a:xfrm>
            <a:off x="459486" y="-1133856"/>
            <a:ext cx="7989570" cy="914400"/>
          </a:xfrm>
        </p:spPr>
        <p:txBody>
          <a:bodyPr rtlCol="0">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7" name="コンテンツ プレースホルダー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00050" y="533401"/>
            <a:ext cx="8343900" cy="5810554"/>
          </a:xfrm>
        </p:spPr>
        <p:txBody>
          <a:bodyPr rtlCol="0" anchor="b">
            <a:normAutofit/>
          </a:bodyPr>
          <a:lstStyle>
            <a:lvl1pPr marL="0" indent="0">
              <a:lnSpc>
                <a:spcPct val="90000"/>
              </a:lnSpc>
              <a:spcBef>
                <a:spcPts val="0"/>
              </a:spcBef>
              <a:buNone/>
              <a:defRPr sz="5400" b="0" i="0">
                <a:solidFill>
                  <a:schemeClr val="tx1"/>
                </a:solidFill>
                <a:latin typeface="Meiryo UI" panose="020B0604030504040204" pitchFamily="34" charset="-128"/>
                <a:ea typeface="Meiryo UI" panose="020B0604030504040204" pitchFamily="34" charset="-128"/>
              </a:defRPr>
            </a:lvl1pPr>
            <a:lvl2pPr marL="171450" indent="0">
              <a:lnSpc>
                <a:spcPct val="90000"/>
              </a:lnSpc>
              <a:spcBef>
                <a:spcPts val="0"/>
              </a:spcBef>
              <a:buNone/>
              <a:defRPr sz="5400" b="0" i="0">
                <a:solidFill>
                  <a:schemeClr val="tx1"/>
                </a:solidFill>
                <a:latin typeface="Meiryo UI" panose="020B0604030504040204" pitchFamily="34" charset="-128"/>
                <a:ea typeface="Meiryo UI" panose="020B0604030504040204" pitchFamily="34" charset="-128"/>
              </a:defRPr>
            </a:lvl2pPr>
            <a:lvl3pPr marL="342900" indent="0">
              <a:lnSpc>
                <a:spcPct val="90000"/>
              </a:lnSpc>
              <a:spcBef>
                <a:spcPts val="0"/>
              </a:spcBef>
              <a:buNone/>
              <a:defRPr sz="5400" b="0" i="0">
                <a:solidFill>
                  <a:schemeClr val="tx1"/>
                </a:solidFill>
                <a:latin typeface="Meiryo UI" panose="020B0604030504040204" pitchFamily="34" charset="-128"/>
                <a:ea typeface="Meiryo UI" panose="020B0604030504040204" pitchFamily="34" charset="-128"/>
              </a:defRPr>
            </a:lvl3pPr>
            <a:lvl4pPr marL="514350" indent="0">
              <a:lnSpc>
                <a:spcPct val="90000"/>
              </a:lnSpc>
              <a:spcBef>
                <a:spcPts val="0"/>
              </a:spcBef>
              <a:buNone/>
              <a:defRPr sz="5400" b="0" i="0">
                <a:solidFill>
                  <a:schemeClr val="tx1"/>
                </a:solidFill>
                <a:latin typeface="Meiryo UI" panose="020B0604030504040204" pitchFamily="34" charset="-128"/>
                <a:ea typeface="Meiryo UI" panose="020B0604030504040204" pitchFamily="34" charset="-128"/>
              </a:defRPr>
            </a:lvl4pPr>
            <a:lvl5pPr marL="685800" indent="0">
              <a:lnSpc>
                <a:spcPct val="90000"/>
              </a:lnSpc>
              <a:spcBef>
                <a:spcPts val="0"/>
              </a:spcBef>
              <a:buNone/>
              <a:defRPr sz="5400" b="0" i="0">
                <a:solidFill>
                  <a:schemeClr val="tx1"/>
                </a:solidFill>
                <a:latin typeface="Meiryo UI" panose="020B0604030504040204" pitchFamily="34" charset="-128"/>
                <a:ea typeface="Meiryo UI" panose="020B0604030504040204" pitchFamily="34" charset="-128"/>
              </a:defRPr>
            </a:lvl5pPr>
          </a:lstStyle>
          <a:p>
            <a:pPr lvl="0" rtl="0"/>
            <a:r>
              <a:rPr lang="ja"/>
              <a:t>クリックしてステートメントを追加</a:t>
            </a:r>
          </a:p>
          <a:p>
            <a:pPr lvl="1" rtl="0"/>
            <a:r>
              <a:rPr lang="ja"/>
              <a:t>第 2 レベル</a:t>
            </a:r>
          </a:p>
          <a:p>
            <a:pPr lvl="2" rtl="0"/>
            <a:r>
              <a:rPr lang="ja"/>
              <a:t>第 3 レベル</a:t>
            </a:r>
          </a:p>
          <a:p>
            <a:pPr lvl="3" rtl="0"/>
            <a:r>
              <a:rPr lang="ja"/>
              <a:t>第 4 レベル</a:t>
            </a:r>
          </a:p>
          <a:p>
            <a:pPr lvl="4" rtl="0"/>
            <a:r>
              <a:rPr lang="ja"/>
              <a:t>第 5 レベル</a:t>
            </a:r>
          </a:p>
        </p:txBody>
      </p:sp>
      <p:sp>
        <p:nvSpPr>
          <p:cNvPr id="4" name="フッター プレースホルダー 3">
            <a:extLst>
              <a:ext uri="{FF2B5EF4-FFF2-40B4-BE49-F238E27FC236}">
                <a16:creationId xmlns:a16="http://schemas.microsoft.com/office/drawing/2014/main" id="{3D56E87B-2252-4382-E6E7-15A81BCC8029}"/>
              </a:ext>
            </a:extLst>
          </p:cNvPr>
          <p:cNvSpPr>
            <a:spLocks noGrp="1"/>
          </p:cNvSpPr>
          <p:nvPr>
            <p:ph type="ftr" sz="quarter" idx="11"/>
          </p:nvPr>
        </p:nvSpPr>
        <p:spPr>
          <a:xfrm>
            <a:off x="400050" y="6343956"/>
            <a:ext cx="2163489"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n-US"/>
              <a:t>2025/11/24</a:t>
            </a:r>
          </a:p>
        </p:txBody>
      </p:sp>
      <p:sp>
        <p:nvSpPr>
          <p:cNvPr id="5" name="スライド番号プレースホルダー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34855174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文 3">
    <p:bg>
      <p:bgPr>
        <a:solidFill>
          <a:schemeClr val="accent4"/>
        </a:solidFill>
        <a:effectLst/>
      </p:bgPr>
    </p:bg>
    <p:spTree>
      <p:nvGrpSpPr>
        <p:cNvPr id="1" name=""/>
        <p:cNvGrpSpPr/>
        <p:nvPr/>
      </p:nvGrpSpPr>
      <p:grpSpPr>
        <a:xfrm>
          <a:off x="0" y="0"/>
          <a:ext cx="0" cy="0"/>
          <a:chOff x="0" y="0"/>
          <a:chExt cx="0" cy="0"/>
        </a:xfrm>
      </p:grpSpPr>
      <p:grpSp>
        <p:nvGrpSpPr>
          <p:cNvPr id="6" name="グループ 5">
            <a:extLst>
              <a:ext uri="{FF2B5EF4-FFF2-40B4-BE49-F238E27FC236}">
                <a16:creationId xmlns:a16="http://schemas.microsoft.com/office/drawing/2014/main" id="{74BEFABD-CB75-C946-222C-00C4D17BBCAC}"/>
              </a:ext>
            </a:extLst>
          </p:cNvPr>
          <p:cNvGrpSpPr/>
          <p:nvPr userDrawn="1"/>
        </p:nvGrpSpPr>
        <p:grpSpPr>
          <a:xfrm>
            <a:off x="114300" y="-88436"/>
            <a:ext cx="8915400" cy="7037751"/>
            <a:chOff x="152400" y="-88436"/>
            <a:chExt cx="11887200" cy="7037751"/>
          </a:xfrm>
          <a:solidFill>
            <a:schemeClr val="accent2">
              <a:lumMod val="60000"/>
              <a:lumOff val="40000"/>
            </a:schemeClr>
          </a:solidFill>
        </p:grpSpPr>
        <p:sp>
          <p:nvSpPr>
            <p:cNvPr id="7" name="フリーフォーム(F) 6">
              <a:extLst>
                <a:ext uri="{FF2B5EF4-FFF2-40B4-BE49-F238E27FC236}">
                  <a16:creationId xmlns:a16="http://schemas.microsoft.com/office/drawing/2014/main" id="{A996BEEC-0C49-EB89-B4C3-4243624505D2}"/>
                </a:ext>
              </a:extLst>
            </p:cNvPr>
            <p:cNvSpPr/>
            <p:nvPr/>
          </p:nvSpPr>
          <p:spPr>
            <a:xfrm flipH="1">
              <a:off x="152400" y="148866"/>
              <a:ext cx="4726693" cy="6544413"/>
            </a:xfrm>
            <a:custGeom>
              <a:avLst/>
              <a:gdLst>
                <a:gd name="connsiteX0" fmla="*/ 4726693 w 4726693"/>
                <a:gd name="connsiteY0" fmla="*/ 0 h 6544413"/>
                <a:gd name="connsiteX1" fmla="*/ 3272207 w 4726693"/>
                <a:gd name="connsiteY1" fmla="*/ 0 h 6544413"/>
                <a:gd name="connsiteX2" fmla="*/ 3231795 w 4726693"/>
                <a:gd name="connsiteY2" fmla="*/ 0 h 6544413"/>
                <a:gd name="connsiteX3" fmla="*/ 3231795 w 4726693"/>
                <a:gd name="connsiteY3" fmla="*/ 2042 h 6544413"/>
                <a:gd name="connsiteX4" fmla="*/ 2937642 w 4726693"/>
                <a:gd name="connsiteY4" fmla="*/ 16895 h 6544413"/>
                <a:gd name="connsiteX5" fmla="*/ 0 w 4726693"/>
                <a:gd name="connsiteY5" fmla="*/ 3272207 h 6544413"/>
                <a:gd name="connsiteX6" fmla="*/ 2937642 w 4726693"/>
                <a:gd name="connsiteY6" fmla="*/ 6527520 h 6544413"/>
                <a:gd name="connsiteX7" fmla="*/ 3231795 w 4726693"/>
                <a:gd name="connsiteY7" fmla="*/ 6542374 h 6544413"/>
                <a:gd name="connsiteX8" fmla="*/ 3231795 w 4726693"/>
                <a:gd name="connsiteY8" fmla="*/ 6544413 h 6544413"/>
                <a:gd name="connsiteX9" fmla="*/ 3272207 w 4726693"/>
                <a:gd name="connsiteY9" fmla="*/ 6544413 h 6544413"/>
                <a:gd name="connsiteX10" fmla="*/ 4726693 w 47266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6693" h="6544413">
                  <a:moveTo>
                    <a:pt x="4726693" y="0"/>
                  </a:moveTo>
                  <a:lnTo>
                    <a:pt x="3272207" y="0"/>
                  </a:lnTo>
                  <a:lnTo>
                    <a:pt x="3231795" y="0"/>
                  </a:lnTo>
                  <a:lnTo>
                    <a:pt x="3231795" y="2042"/>
                  </a:lnTo>
                  <a:lnTo>
                    <a:pt x="2937642" y="16895"/>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4726693" y="654441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9" name="フリーフォーム(F) 8">
              <a:extLst>
                <a:ext uri="{FF2B5EF4-FFF2-40B4-BE49-F238E27FC236}">
                  <a16:creationId xmlns:a16="http://schemas.microsoft.com/office/drawing/2014/main" id="{11DC428A-372E-27F2-84C6-6AA20D8F6D56}"/>
                </a:ext>
              </a:extLst>
            </p:cNvPr>
            <p:cNvSpPr/>
            <p:nvPr/>
          </p:nvSpPr>
          <p:spPr>
            <a:xfrm>
              <a:off x="9381386" y="208405"/>
              <a:ext cx="2658214" cy="6425334"/>
            </a:xfrm>
            <a:custGeom>
              <a:avLst/>
              <a:gdLst>
                <a:gd name="connsiteX0" fmla="*/ 2658214 w 2658214"/>
                <a:gd name="connsiteY0" fmla="*/ 0 h 6425334"/>
                <a:gd name="connsiteX1" fmla="*/ 2658214 w 2658214"/>
                <a:gd name="connsiteY1" fmla="*/ 6425334 h 6425334"/>
                <a:gd name="connsiteX2" fmla="*/ 2612743 w 2658214"/>
                <a:gd name="connsiteY2" fmla="*/ 6418395 h 6425334"/>
                <a:gd name="connsiteX3" fmla="*/ 0 w 2658214"/>
                <a:gd name="connsiteY3" fmla="*/ 3212667 h 6425334"/>
                <a:gd name="connsiteX4" fmla="*/ 2612743 w 2658214"/>
                <a:gd name="connsiteY4" fmla="*/ 6940 h 6425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214" h="6425334">
                  <a:moveTo>
                    <a:pt x="2658214" y="0"/>
                  </a:moveTo>
                  <a:lnTo>
                    <a:pt x="2658214" y="6425334"/>
                  </a:lnTo>
                  <a:lnTo>
                    <a:pt x="2612743" y="6418395"/>
                  </a:lnTo>
                  <a:cubicBezTo>
                    <a:pt x="1121654" y="6113274"/>
                    <a:pt x="0" y="4793958"/>
                    <a:pt x="0" y="3212667"/>
                  </a:cubicBezTo>
                  <a:cubicBezTo>
                    <a:pt x="0" y="1631376"/>
                    <a:pt x="1121654" y="312061"/>
                    <a:pt x="2612743" y="694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10" name="円/楕円 9">
              <a:extLst>
                <a:ext uri="{FF2B5EF4-FFF2-40B4-BE49-F238E27FC236}">
                  <a16:creationId xmlns:a16="http://schemas.microsoft.com/office/drawing/2014/main" id="{2C856E1D-4134-5C6C-2F30-22CD85C52409}"/>
                </a:ext>
              </a:extLst>
            </p:cNvPr>
            <p:cNvSpPr/>
            <p:nvPr/>
          </p:nvSpPr>
          <p:spPr>
            <a:xfrm rot="20019298">
              <a:off x="5127522"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
        <p:nvSpPr>
          <p:cNvPr id="2" name="タイトル 1">
            <a:extLst>
              <a:ext uri="{FF2B5EF4-FFF2-40B4-BE49-F238E27FC236}">
                <a16:creationId xmlns:a16="http://schemas.microsoft.com/office/drawing/2014/main" id="{A7221EB5-8556-FBD7-00D5-D69AC8E7E73A}"/>
              </a:ext>
            </a:extLst>
          </p:cNvPr>
          <p:cNvSpPr>
            <a:spLocks noGrp="1"/>
          </p:cNvSpPr>
          <p:nvPr>
            <p:ph type="title" hasCustomPrompt="1"/>
          </p:nvPr>
        </p:nvSpPr>
        <p:spPr>
          <a:xfrm>
            <a:off x="459486" y="-1133856"/>
            <a:ext cx="7989570" cy="914400"/>
          </a:xfrm>
        </p:spPr>
        <p:txBody>
          <a:bodyPr rtlCol="0">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endParaRPr lang="en-US"/>
          </a:p>
        </p:txBody>
      </p:sp>
      <p:sp>
        <p:nvSpPr>
          <p:cNvPr id="3" name="日付プレースホルダー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n-US"/>
              <a:t>2025/11/24</a:t>
            </a:r>
          </a:p>
        </p:txBody>
      </p:sp>
      <p:sp>
        <p:nvSpPr>
          <p:cNvPr id="4" name="フッター プレースホルダー 3">
            <a:extLst>
              <a:ext uri="{FF2B5EF4-FFF2-40B4-BE49-F238E27FC236}">
                <a16:creationId xmlns:a16="http://schemas.microsoft.com/office/drawing/2014/main" id="{3D56E87B-2252-4382-E6E7-15A81BCC8029}"/>
              </a:ext>
            </a:extLst>
          </p:cNvPr>
          <p:cNvSpPr>
            <a:spLocks noGrp="1"/>
          </p:cNvSpPr>
          <p:nvPr>
            <p:ph type="ftr" sz="quarter" idx="11"/>
          </p:nvPr>
        </p:nvSpPr>
        <p:spPr>
          <a:xfrm>
            <a:off x="400051" y="6343956"/>
            <a:ext cx="2163489"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5" name="スライド番号プレースホルダー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
        <p:nvSpPr>
          <p:cNvPr id="8" name="コンテンツ プレースホルダー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400051" y="1559298"/>
            <a:ext cx="8343899" cy="4782312"/>
          </a:xfrm>
        </p:spPr>
        <p:txBody>
          <a:bodyPr rtlCol="0" anchor="b">
            <a:normAutofit/>
          </a:bodyPr>
          <a:lstStyle>
            <a:lvl1pPr marL="0" indent="0">
              <a:lnSpc>
                <a:spcPct val="90000"/>
              </a:lnSpc>
              <a:spcBef>
                <a:spcPts val="0"/>
              </a:spcBef>
              <a:buNone/>
              <a:defRPr sz="5400" b="0" i="0">
                <a:solidFill>
                  <a:schemeClr val="tx1"/>
                </a:solidFill>
                <a:latin typeface="Meiryo UI" panose="020B0604030504040204" pitchFamily="34" charset="-128"/>
                <a:ea typeface="Meiryo UI" panose="020B0604030504040204" pitchFamily="34" charset="-128"/>
              </a:defRPr>
            </a:lvl1pPr>
            <a:lvl2pPr marL="171450" indent="0">
              <a:lnSpc>
                <a:spcPct val="90000"/>
              </a:lnSpc>
              <a:spcBef>
                <a:spcPts val="0"/>
              </a:spcBef>
              <a:buNone/>
              <a:defRPr sz="5400" b="0" i="0">
                <a:solidFill>
                  <a:schemeClr val="tx1"/>
                </a:solidFill>
                <a:latin typeface="Meiryo UI" panose="020B0604030504040204" pitchFamily="34" charset="-128"/>
                <a:ea typeface="Meiryo UI" panose="020B0604030504040204" pitchFamily="34" charset="-128"/>
              </a:defRPr>
            </a:lvl2pPr>
            <a:lvl3pPr marL="342900" indent="0">
              <a:lnSpc>
                <a:spcPct val="90000"/>
              </a:lnSpc>
              <a:spcBef>
                <a:spcPts val="0"/>
              </a:spcBef>
              <a:buNone/>
              <a:defRPr sz="5400" b="0" i="0">
                <a:solidFill>
                  <a:schemeClr val="tx1"/>
                </a:solidFill>
                <a:latin typeface="Meiryo UI" panose="020B0604030504040204" pitchFamily="34" charset="-128"/>
                <a:ea typeface="Meiryo UI" panose="020B0604030504040204" pitchFamily="34" charset="-128"/>
              </a:defRPr>
            </a:lvl3pPr>
            <a:lvl4pPr marL="514350" indent="0">
              <a:lnSpc>
                <a:spcPct val="90000"/>
              </a:lnSpc>
              <a:spcBef>
                <a:spcPts val="0"/>
              </a:spcBef>
              <a:buNone/>
              <a:defRPr sz="5400" b="0" i="0">
                <a:solidFill>
                  <a:schemeClr val="tx1"/>
                </a:solidFill>
                <a:latin typeface="Meiryo UI" panose="020B0604030504040204" pitchFamily="34" charset="-128"/>
                <a:ea typeface="Meiryo UI" panose="020B0604030504040204" pitchFamily="34" charset="-128"/>
              </a:defRPr>
            </a:lvl4pPr>
            <a:lvl5pPr marL="685800" indent="0">
              <a:lnSpc>
                <a:spcPct val="90000"/>
              </a:lnSpc>
              <a:spcBef>
                <a:spcPts val="0"/>
              </a:spcBef>
              <a:buNone/>
              <a:defRPr sz="5400" b="0" i="0">
                <a:solidFill>
                  <a:schemeClr val="tx1"/>
                </a:solidFill>
                <a:latin typeface="Meiryo UI" panose="020B0604030504040204" pitchFamily="34" charset="-128"/>
                <a:ea typeface="Meiryo UI" panose="020B0604030504040204" pitchFamily="34" charset="-128"/>
              </a:defRPr>
            </a:lvl5pPr>
          </a:lstStyle>
          <a:p>
            <a:pPr lvl="0" rtl="0"/>
            <a:r>
              <a:rPr lang="ja"/>
              <a:t>クリックしてステートメントを追加</a:t>
            </a:r>
          </a:p>
          <a:p>
            <a:pPr lvl="1" rtl="0"/>
            <a:r>
              <a:rPr lang="ja"/>
              <a:t>第 2 レベル</a:t>
            </a:r>
          </a:p>
          <a:p>
            <a:pPr lvl="2" rtl="0"/>
            <a:r>
              <a:rPr lang="ja"/>
              <a:t>第 3 レベル</a:t>
            </a:r>
          </a:p>
          <a:p>
            <a:pPr lvl="3" rtl="0"/>
            <a:r>
              <a:rPr lang="ja"/>
              <a:t>第 4 レベル</a:t>
            </a:r>
          </a:p>
          <a:p>
            <a:pPr lvl="4" rtl="0"/>
            <a:r>
              <a:rPr lang="ja"/>
              <a:t>第 5 レベル</a:t>
            </a:r>
          </a:p>
        </p:txBody>
      </p:sp>
    </p:spTree>
    <p:extLst>
      <p:ext uri="{BB962C8B-B14F-4D97-AF65-F5344CB8AC3E}">
        <p14:creationId xmlns:p14="http://schemas.microsoft.com/office/powerpoint/2010/main" val="52227820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文 4">
    <p:bg>
      <p:bgPr>
        <a:solidFill>
          <a:schemeClr val="accent4">
            <a:lumMod val="20000"/>
            <a:lumOff val="80000"/>
          </a:schemeClr>
        </a:solidFill>
        <a:effectLst/>
      </p:bgPr>
    </p:bg>
    <p:spTree>
      <p:nvGrpSpPr>
        <p:cNvPr id="1" name=""/>
        <p:cNvGrpSpPr/>
        <p:nvPr/>
      </p:nvGrpSpPr>
      <p:grpSpPr>
        <a:xfrm>
          <a:off x="0" y="0"/>
          <a:ext cx="0" cy="0"/>
          <a:chOff x="0" y="0"/>
          <a:chExt cx="0" cy="0"/>
        </a:xfrm>
      </p:grpSpPr>
      <p:grpSp>
        <p:nvGrpSpPr>
          <p:cNvPr id="6" name="グループ 5">
            <a:extLst>
              <a:ext uri="{FF2B5EF4-FFF2-40B4-BE49-F238E27FC236}">
                <a16:creationId xmlns:a16="http://schemas.microsoft.com/office/drawing/2014/main" id="{74BEFABD-CB75-C946-222C-00C4D17BBCAC}"/>
              </a:ext>
            </a:extLst>
          </p:cNvPr>
          <p:cNvGrpSpPr/>
          <p:nvPr userDrawn="1"/>
        </p:nvGrpSpPr>
        <p:grpSpPr>
          <a:xfrm>
            <a:off x="114300" y="-88436"/>
            <a:ext cx="8915400" cy="7037751"/>
            <a:chOff x="152400" y="-88436"/>
            <a:chExt cx="11887200" cy="7037751"/>
          </a:xfrm>
          <a:noFill/>
        </p:grpSpPr>
        <p:sp>
          <p:nvSpPr>
            <p:cNvPr id="7" name="フリーフォーム(F) 6">
              <a:extLst>
                <a:ext uri="{FF2B5EF4-FFF2-40B4-BE49-F238E27FC236}">
                  <a16:creationId xmlns:a16="http://schemas.microsoft.com/office/drawing/2014/main" id="{A996BEEC-0C49-EB89-B4C3-4243624505D2}"/>
                </a:ext>
              </a:extLst>
            </p:cNvPr>
            <p:cNvSpPr/>
            <p:nvPr/>
          </p:nvSpPr>
          <p:spPr>
            <a:xfrm flipH="1">
              <a:off x="152400" y="148866"/>
              <a:ext cx="4726693" cy="6544413"/>
            </a:xfrm>
            <a:custGeom>
              <a:avLst/>
              <a:gdLst>
                <a:gd name="connsiteX0" fmla="*/ 4726693 w 4726693"/>
                <a:gd name="connsiteY0" fmla="*/ 0 h 6544413"/>
                <a:gd name="connsiteX1" fmla="*/ 3272207 w 4726693"/>
                <a:gd name="connsiteY1" fmla="*/ 0 h 6544413"/>
                <a:gd name="connsiteX2" fmla="*/ 3231795 w 4726693"/>
                <a:gd name="connsiteY2" fmla="*/ 0 h 6544413"/>
                <a:gd name="connsiteX3" fmla="*/ 3231795 w 4726693"/>
                <a:gd name="connsiteY3" fmla="*/ 2042 h 6544413"/>
                <a:gd name="connsiteX4" fmla="*/ 2937642 w 4726693"/>
                <a:gd name="connsiteY4" fmla="*/ 16895 h 6544413"/>
                <a:gd name="connsiteX5" fmla="*/ 0 w 4726693"/>
                <a:gd name="connsiteY5" fmla="*/ 3272207 h 6544413"/>
                <a:gd name="connsiteX6" fmla="*/ 2937642 w 4726693"/>
                <a:gd name="connsiteY6" fmla="*/ 6527520 h 6544413"/>
                <a:gd name="connsiteX7" fmla="*/ 3231795 w 4726693"/>
                <a:gd name="connsiteY7" fmla="*/ 6542374 h 6544413"/>
                <a:gd name="connsiteX8" fmla="*/ 3231795 w 4726693"/>
                <a:gd name="connsiteY8" fmla="*/ 6544413 h 6544413"/>
                <a:gd name="connsiteX9" fmla="*/ 3272207 w 4726693"/>
                <a:gd name="connsiteY9" fmla="*/ 6544413 h 6544413"/>
                <a:gd name="connsiteX10" fmla="*/ 4726693 w 47266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6693" h="6544413">
                  <a:moveTo>
                    <a:pt x="4726693" y="0"/>
                  </a:moveTo>
                  <a:lnTo>
                    <a:pt x="3272207" y="0"/>
                  </a:lnTo>
                  <a:lnTo>
                    <a:pt x="3231795" y="0"/>
                  </a:lnTo>
                  <a:lnTo>
                    <a:pt x="3231795" y="2042"/>
                  </a:lnTo>
                  <a:lnTo>
                    <a:pt x="2937642" y="16895"/>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4726693" y="6544413"/>
                  </a:lnTo>
                  <a:close/>
                </a:path>
              </a:pathLst>
            </a:cu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9" name="フリーフォーム(F) 8">
              <a:extLst>
                <a:ext uri="{FF2B5EF4-FFF2-40B4-BE49-F238E27FC236}">
                  <a16:creationId xmlns:a16="http://schemas.microsoft.com/office/drawing/2014/main" id="{11DC428A-372E-27F2-84C6-6AA20D8F6D56}"/>
                </a:ext>
              </a:extLst>
            </p:cNvPr>
            <p:cNvSpPr/>
            <p:nvPr/>
          </p:nvSpPr>
          <p:spPr>
            <a:xfrm>
              <a:off x="9381386" y="208405"/>
              <a:ext cx="2658214" cy="6425334"/>
            </a:xfrm>
            <a:custGeom>
              <a:avLst/>
              <a:gdLst>
                <a:gd name="connsiteX0" fmla="*/ 2658214 w 2658214"/>
                <a:gd name="connsiteY0" fmla="*/ 0 h 6425334"/>
                <a:gd name="connsiteX1" fmla="*/ 2658214 w 2658214"/>
                <a:gd name="connsiteY1" fmla="*/ 6425334 h 6425334"/>
                <a:gd name="connsiteX2" fmla="*/ 2612743 w 2658214"/>
                <a:gd name="connsiteY2" fmla="*/ 6418395 h 6425334"/>
                <a:gd name="connsiteX3" fmla="*/ 0 w 2658214"/>
                <a:gd name="connsiteY3" fmla="*/ 3212667 h 6425334"/>
                <a:gd name="connsiteX4" fmla="*/ 2612743 w 2658214"/>
                <a:gd name="connsiteY4" fmla="*/ 6940 h 6425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214" h="6425334">
                  <a:moveTo>
                    <a:pt x="2658214" y="0"/>
                  </a:moveTo>
                  <a:lnTo>
                    <a:pt x="2658214" y="6425334"/>
                  </a:lnTo>
                  <a:lnTo>
                    <a:pt x="2612743" y="6418395"/>
                  </a:lnTo>
                  <a:cubicBezTo>
                    <a:pt x="1121654" y="6113274"/>
                    <a:pt x="0" y="4793958"/>
                    <a:pt x="0" y="3212667"/>
                  </a:cubicBezTo>
                  <a:cubicBezTo>
                    <a:pt x="0" y="1631376"/>
                    <a:pt x="1121654" y="312061"/>
                    <a:pt x="2612743" y="6940"/>
                  </a:cubicBezTo>
                  <a:close/>
                </a:path>
              </a:pathLst>
            </a:cu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10" name="円/楕円 9">
              <a:extLst>
                <a:ext uri="{FF2B5EF4-FFF2-40B4-BE49-F238E27FC236}">
                  <a16:creationId xmlns:a16="http://schemas.microsoft.com/office/drawing/2014/main" id="{2C856E1D-4134-5C6C-2F30-22CD85C52409}"/>
                </a:ext>
              </a:extLst>
            </p:cNvPr>
            <p:cNvSpPr/>
            <p:nvPr/>
          </p:nvSpPr>
          <p:spPr>
            <a:xfrm rot="20019298">
              <a:off x="5127522" y="-88436"/>
              <a:ext cx="4005435" cy="7037751"/>
            </a:xfrm>
            <a:prstGeom prst="ellipse">
              <a:avLst/>
            </a:pr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
        <p:nvSpPr>
          <p:cNvPr id="2" name="タイトル 1">
            <a:extLst>
              <a:ext uri="{FF2B5EF4-FFF2-40B4-BE49-F238E27FC236}">
                <a16:creationId xmlns:a16="http://schemas.microsoft.com/office/drawing/2014/main" id="{A7221EB5-8556-FBD7-00D5-D69AC8E7E73A}"/>
              </a:ext>
            </a:extLst>
          </p:cNvPr>
          <p:cNvSpPr>
            <a:spLocks noGrp="1"/>
          </p:cNvSpPr>
          <p:nvPr>
            <p:ph type="title" hasCustomPrompt="1"/>
          </p:nvPr>
        </p:nvSpPr>
        <p:spPr>
          <a:xfrm>
            <a:off x="459486" y="-1133856"/>
            <a:ext cx="7989570" cy="914400"/>
          </a:xfrm>
        </p:spPr>
        <p:txBody>
          <a:bodyPr rtlCol="0">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endParaRPr lang="en-US"/>
          </a:p>
        </p:txBody>
      </p:sp>
      <p:sp>
        <p:nvSpPr>
          <p:cNvPr id="8" name="コンテンツ プレースホルダー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400051" y="1559298"/>
            <a:ext cx="8343899" cy="4782312"/>
          </a:xfrm>
        </p:spPr>
        <p:txBody>
          <a:bodyPr rtlCol="0" anchor="b">
            <a:normAutofit/>
          </a:bodyPr>
          <a:lstStyle>
            <a:lvl1pPr marL="0" indent="0">
              <a:lnSpc>
                <a:spcPct val="90000"/>
              </a:lnSpc>
              <a:spcBef>
                <a:spcPts val="0"/>
              </a:spcBef>
              <a:buNone/>
              <a:defRPr sz="5400" b="0" i="0">
                <a:solidFill>
                  <a:schemeClr val="tx1"/>
                </a:solidFill>
                <a:latin typeface="Meiryo UI" panose="020B0604030504040204" pitchFamily="34" charset="-128"/>
                <a:ea typeface="Meiryo UI" panose="020B0604030504040204" pitchFamily="34" charset="-128"/>
              </a:defRPr>
            </a:lvl1pPr>
            <a:lvl2pPr marL="171450" indent="0">
              <a:lnSpc>
                <a:spcPct val="90000"/>
              </a:lnSpc>
              <a:spcBef>
                <a:spcPts val="0"/>
              </a:spcBef>
              <a:buNone/>
              <a:defRPr sz="5400" b="0" i="0">
                <a:solidFill>
                  <a:schemeClr val="tx1"/>
                </a:solidFill>
                <a:latin typeface="Meiryo UI" panose="020B0604030504040204" pitchFamily="34" charset="-128"/>
                <a:ea typeface="Meiryo UI" panose="020B0604030504040204" pitchFamily="34" charset="-128"/>
              </a:defRPr>
            </a:lvl2pPr>
            <a:lvl3pPr marL="342900" indent="0">
              <a:lnSpc>
                <a:spcPct val="90000"/>
              </a:lnSpc>
              <a:spcBef>
                <a:spcPts val="0"/>
              </a:spcBef>
              <a:buNone/>
              <a:defRPr sz="5400" b="0" i="0">
                <a:solidFill>
                  <a:schemeClr val="tx1"/>
                </a:solidFill>
                <a:latin typeface="Meiryo UI" panose="020B0604030504040204" pitchFamily="34" charset="-128"/>
                <a:ea typeface="Meiryo UI" panose="020B0604030504040204" pitchFamily="34" charset="-128"/>
              </a:defRPr>
            </a:lvl3pPr>
            <a:lvl4pPr marL="514350" indent="0">
              <a:lnSpc>
                <a:spcPct val="90000"/>
              </a:lnSpc>
              <a:spcBef>
                <a:spcPts val="0"/>
              </a:spcBef>
              <a:buNone/>
              <a:defRPr sz="5400" b="0" i="0">
                <a:solidFill>
                  <a:schemeClr val="tx1"/>
                </a:solidFill>
                <a:latin typeface="Meiryo UI" panose="020B0604030504040204" pitchFamily="34" charset="-128"/>
                <a:ea typeface="Meiryo UI" panose="020B0604030504040204" pitchFamily="34" charset="-128"/>
              </a:defRPr>
            </a:lvl4pPr>
            <a:lvl5pPr marL="685800" indent="0">
              <a:lnSpc>
                <a:spcPct val="90000"/>
              </a:lnSpc>
              <a:spcBef>
                <a:spcPts val="0"/>
              </a:spcBef>
              <a:buNone/>
              <a:defRPr sz="5400" b="0" i="0">
                <a:solidFill>
                  <a:schemeClr val="tx1"/>
                </a:solidFill>
                <a:latin typeface="Meiryo UI" panose="020B0604030504040204" pitchFamily="34" charset="-128"/>
                <a:ea typeface="Meiryo UI" panose="020B0604030504040204" pitchFamily="34" charset="-128"/>
              </a:defRPr>
            </a:lvl5pPr>
          </a:lstStyle>
          <a:p>
            <a:pPr lvl="0" rtl="0"/>
            <a:r>
              <a:rPr lang="ja"/>
              <a:t>クリックしてステートメントを追加</a:t>
            </a:r>
          </a:p>
          <a:p>
            <a:pPr lvl="1" rtl="0"/>
            <a:r>
              <a:rPr lang="ja"/>
              <a:t>第 2 レベル</a:t>
            </a:r>
          </a:p>
          <a:p>
            <a:pPr lvl="2" rtl="0"/>
            <a:r>
              <a:rPr lang="ja"/>
              <a:t>第 3 レベル</a:t>
            </a:r>
          </a:p>
          <a:p>
            <a:pPr lvl="3" rtl="0"/>
            <a:r>
              <a:rPr lang="ja"/>
              <a:t>第 4 レベル</a:t>
            </a:r>
          </a:p>
          <a:p>
            <a:pPr lvl="4" rtl="0"/>
            <a:r>
              <a:rPr lang="ja"/>
              <a:t>第 5 レベル</a:t>
            </a:r>
          </a:p>
        </p:txBody>
      </p:sp>
      <p:sp>
        <p:nvSpPr>
          <p:cNvPr id="4" name="フッター プレースホルダー 3">
            <a:extLst>
              <a:ext uri="{FF2B5EF4-FFF2-40B4-BE49-F238E27FC236}">
                <a16:creationId xmlns:a16="http://schemas.microsoft.com/office/drawing/2014/main" id="{3D56E87B-2252-4382-E6E7-15A81BCC8029}"/>
              </a:ext>
            </a:extLst>
          </p:cNvPr>
          <p:cNvSpPr>
            <a:spLocks noGrp="1"/>
          </p:cNvSpPr>
          <p:nvPr>
            <p:ph type="ftr" sz="quarter" idx="11"/>
          </p:nvPr>
        </p:nvSpPr>
        <p:spPr>
          <a:xfrm>
            <a:off x="400051" y="6343956"/>
            <a:ext cx="2163489"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n-US"/>
              <a:t>2025/11/24</a:t>
            </a:r>
          </a:p>
        </p:txBody>
      </p:sp>
      <p:sp>
        <p:nvSpPr>
          <p:cNvPr id="5" name="スライド番号プレースホルダー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754490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引用文">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2FA0A-1F7B-DD41-ECED-02B60BC46B10}"/>
              </a:ext>
            </a:extLst>
          </p:cNvPr>
          <p:cNvSpPr>
            <a:spLocks noGrp="1"/>
          </p:cNvSpPr>
          <p:nvPr>
            <p:ph type="title" hasCustomPrompt="1"/>
          </p:nvPr>
        </p:nvSpPr>
        <p:spPr>
          <a:xfrm>
            <a:off x="400050" y="5753745"/>
            <a:ext cx="8343900" cy="587277"/>
          </a:xfrm>
        </p:spPr>
        <p:txBody>
          <a:bodyPr rtlCol="0" anchor="ctr">
            <a:normAutofit/>
          </a:bodyPr>
          <a:lstStyle>
            <a:lvl1pPr algn="r">
              <a:lnSpc>
                <a:spcPct val="120000"/>
              </a:lnSpc>
              <a:defRPr sz="1500" b="0" i="0" spc="0">
                <a:solidFill>
                  <a:schemeClr val="tx1"/>
                </a:solidFill>
                <a:latin typeface="Meiryo UI" panose="020B0604030504040204" pitchFamily="34" charset="-128"/>
                <a:ea typeface="Meiryo UI" panose="020B0604030504040204" pitchFamily="34" charset="-128"/>
              </a:defRPr>
            </a:lvl1pPr>
          </a:lstStyle>
          <a:p>
            <a:pPr rtl="0"/>
            <a:r>
              <a:rPr lang="ja"/>
              <a:t>引用文作成者</a:t>
            </a:r>
          </a:p>
        </p:txBody>
      </p:sp>
      <p:sp>
        <p:nvSpPr>
          <p:cNvPr id="7" name="コンテンツ プレースホルダー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400050" y="1125865"/>
            <a:ext cx="6919931" cy="4627880"/>
          </a:xfrm>
        </p:spPr>
        <p:txBody>
          <a:bodyPr rtlCol="0" anchor="ctr">
            <a:normAutofit/>
          </a:bodyPr>
          <a:lstStyle>
            <a:lvl1pPr marL="123444" indent="-123444">
              <a:lnSpc>
                <a:spcPct val="100000"/>
              </a:lnSpc>
              <a:spcBef>
                <a:spcPts val="0"/>
              </a:spcBef>
              <a:buNone/>
              <a:defRPr sz="3600">
                <a:latin typeface="Meiryo UI" panose="020B0604030504040204" pitchFamily="34" charset="-128"/>
                <a:ea typeface="Meiryo UI" panose="020B0604030504040204" pitchFamily="34" charset="-128"/>
              </a:defRPr>
            </a:lvl1pPr>
          </a:lstStyle>
          <a:p>
            <a:pPr lvl="0" rtl="0"/>
            <a:r>
              <a:rPr lang="ja"/>
              <a:t>クリックして引用文を追加</a:t>
            </a:r>
          </a:p>
        </p:txBody>
      </p:sp>
      <p:sp>
        <p:nvSpPr>
          <p:cNvPr id="4" name="フッター プレースホルダー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p>
            <a:pPr rtl="0"/>
            <a:r>
              <a:rPr lang="en-US"/>
              <a:t>2025/11/24</a:t>
            </a:r>
          </a:p>
        </p:txBody>
      </p:sp>
      <p:sp>
        <p:nvSpPr>
          <p:cNvPr id="5" name="スライド番号プレースホルダー 4">
            <a:extLst>
              <a:ext uri="{FF2B5EF4-FFF2-40B4-BE49-F238E27FC236}">
                <a16:creationId xmlns:a16="http://schemas.microsoft.com/office/drawing/2014/main" id="{C6EAECF6-9F03-4C12-4BD4-4E8AE63A4F3A}"/>
              </a:ext>
            </a:extLst>
          </p:cNvPr>
          <p:cNvSpPr>
            <a:spLocks noGrp="1"/>
          </p:cNvSpPr>
          <p:nvPr>
            <p:ph type="sldNum" sz="quarter" idx="12"/>
          </p:nvPr>
        </p:nvSpPr>
        <p:spPr>
          <a:xfrm>
            <a:off x="8360322" y="6343956"/>
            <a:ext cx="383628" cy="365125"/>
          </a:xfrm>
        </p:spPr>
        <p:txBody>
          <a:bodyPr rtlCol="0"/>
          <a:lstStyle/>
          <a:p>
            <a:pPr rtl="0"/>
            <a:fld id="{AEAA3239-9EA4-4A65-A281-97F994456D9F}" type="slidenum">
              <a:rPr lang="en-US" smtClean="0"/>
              <a:t>‹#›</a:t>
            </a:fld>
            <a:endParaRPr lang="en-US"/>
          </a:p>
        </p:txBody>
      </p:sp>
      <p:grpSp>
        <p:nvGrpSpPr>
          <p:cNvPr id="6" name="グループ 5">
            <a:extLst>
              <a:ext uri="{FF2B5EF4-FFF2-40B4-BE49-F238E27FC236}">
                <a16:creationId xmlns:a16="http://schemas.microsoft.com/office/drawing/2014/main" id="{957D5DCB-C78A-3045-4A42-D1BAF957307A}"/>
              </a:ext>
            </a:extLst>
          </p:cNvPr>
          <p:cNvGrpSpPr/>
          <p:nvPr userDrawn="1"/>
        </p:nvGrpSpPr>
        <p:grpSpPr>
          <a:xfrm flipH="1" flipV="1">
            <a:off x="114300" y="-88436"/>
            <a:ext cx="8915400" cy="7037751"/>
            <a:chOff x="152400" y="-88436"/>
            <a:chExt cx="11887200" cy="7037751"/>
          </a:xfrm>
        </p:grpSpPr>
        <p:sp>
          <p:nvSpPr>
            <p:cNvPr id="8" name="フリーフォーム(F) 7">
              <a:extLst>
                <a:ext uri="{FF2B5EF4-FFF2-40B4-BE49-F238E27FC236}">
                  <a16:creationId xmlns:a16="http://schemas.microsoft.com/office/drawing/2014/main" id="{9DA47DF6-7422-370F-C575-3584C4CB05A9}"/>
                </a:ext>
              </a:extLst>
            </p:cNvPr>
            <p:cNvSpPr/>
            <p:nvPr/>
          </p:nvSpPr>
          <p:spPr>
            <a:xfrm>
              <a:off x="5217408" y="148866"/>
              <a:ext cx="6822192" cy="6544413"/>
            </a:xfrm>
            <a:custGeom>
              <a:avLst/>
              <a:gdLst>
                <a:gd name="connsiteX0" fmla="*/ 3231794 w 6822192"/>
                <a:gd name="connsiteY0" fmla="*/ 0 h 6544413"/>
                <a:gd name="connsiteX1" fmla="*/ 3272206 w 6822192"/>
                <a:gd name="connsiteY1" fmla="*/ 0 h 6544413"/>
                <a:gd name="connsiteX2" fmla="*/ 6822192 w 6822192"/>
                <a:gd name="connsiteY2" fmla="*/ 0 h 6544413"/>
                <a:gd name="connsiteX3" fmla="*/ 6822192 w 6822192"/>
                <a:gd name="connsiteY3" fmla="*/ 6544413 h 6544413"/>
                <a:gd name="connsiteX4" fmla="*/ 3272206 w 6822192"/>
                <a:gd name="connsiteY4" fmla="*/ 6544413 h 6544413"/>
                <a:gd name="connsiteX5" fmla="*/ 3231794 w 6822192"/>
                <a:gd name="connsiteY5" fmla="*/ 6544413 h 6544413"/>
                <a:gd name="connsiteX6" fmla="*/ 3231794 w 6822192"/>
                <a:gd name="connsiteY6" fmla="*/ 6542374 h 6544413"/>
                <a:gd name="connsiteX7" fmla="*/ 2937641 w 6822192"/>
                <a:gd name="connsiteY7" fmla="*/ 6527520 h 6544413"/>
                <a:gd name="connsiteX8" fmla="*/ 0 w 6822192"/>
                <a:gd name="connsiteY8" fmla="*/ 3272207 h 6544413"/>
                <a:gd name="connsiteX9" fmla="*/ 2937641 w 6822192"/>
                <a:gd name="connsiteY9" fmla="*/ 16895 h 6544413"/>
                <a:gd name="connsiteX10" fmla="*/ 3231794 w 6822192"/>
                <a:gd name="connsiteY10" fmla="*/ 2041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2192" h="6544413">
                  <a:moveTo>
                    <a:pt x="3231794" y="0"/>
                  </a:moveTo>
                  <a:lnTo>
                    <a:pt x="3272206" y="0"/>
                  </a:lnTo>
                  <a:lnTo>
                    <a:pt x="6822192" y="0"/>
                  </a:lnTo>
                  <a:lnTo>
                    <a:pt x="6822192" y="6544413"/>
                  </a:lnTo>
                  <a:lnTo>
                    <a:pt x="3272206" y="6544413"/>
                  </a:lnTo>
                  <a:lnTo>
                    <a:pt x="3231794" y="6544413"/>
                  </a:lnTo>
                  <a:lnTo>
                    <a:pt x="3231794" y="6542374"/>
                  </a:lnTo>
                  <a:lnTo>
                    <a:pt x="2937641" y="6527520"/>
                  </a:lnTo>
                  <a:cubicBezTo>
                    <a:pt x="1287610" y="6359951"/>
                    <a:pt x="0" y="4966448"/>
                    <a:pt x="0" y="3272207"/>
                  </a:cubicBezTo>
                  <a:cubicBezTo>
                    <a:pt x="0" y="1577967"/>
                    <a:pt x="1287610" y="184464"/>
                    <a:pt x="2937641" y="16895"/>
                  </a:cubicBezTo>
                  <a:lnTo>
                    <a:pt x="3231794" y="2041"/>
                  </a:lnTo>
                  <a:close/>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9" name="フリーフォーム(F) 8">
              <a:extLst>
                <a:ext uri="{FF2B5EF4-FFF2-40B4-BE49-F238E27FC236}">
                  <a16:creationId xmlns:a16="http://schemas.microsoft.com/office/drawing/2014/main" id="{A5D1B8AA-DC25-BD12-0C34-71C058CEE5B8}"/>
                </a:ext>
              </a:extLst>
            </p:cNvPr>
            <p:cNvSpPr/>
            <p:nvPr/>
          </p:nvSpPr>
          <p:spPr>
            <a:xfrm flipH="1">
              <a:off x="152400" y="1586373"/>
              <a:ext cx="562714" cy="3669401"/>
            </a:xfrm>
            <a:custGeom>
              <a:avLst/>
              <a:gdLst>
                <a:gd name="connsiteX0" fmla="*/ 562714 w 562714"/>
                <a:gd name="connsiteY0" fmla="*/ 0 h 3669401"/>
                <a:gd name="connsiteX1" fmla="*/ 558842 w 562714"/>
                <a:gd name="connsiteY1" fmla="*/ 5178 h 3669401"/>
                <a:gd name="connsiteX2" fmla="*/ 0 w 562714"/>
                <a:gd name="connsiteY2" fmla="*/ 1834700 h 3669401"/>
                <a:gd name="connsiteX3" fmla="*/ 558842 w 562714"/>
                <a:gd name="connsiteY3" fmla="*/ 3664222 h 3669401"/>
                <a:gd name="connsiteX4" fmla="*/ 562714 w 562714"/>
                <a:gd name="connsiteY4" fmla="*/ 3669401 h 3669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714" h="3669401">
                  <a:moveTo>
                    <a:pt x="562714" y="0"/>
                  </a:moveTo>
                  <a:lnTo>
                    <a:pt x="558842" y="5178"/>
                  </a:lnTo>
                  <a:cubicBezTo>
                    <a:pt x="206018" y="527426"/>
                    <a:pt x="0" y="1157004"/>
                    <a:pt x="0" y="1834700"/>
                  </a:cubicBezTo>
                  <a:cubicBezTo>
                    <a:pt x="0" y="2512396"/>
                    <a:pt x="206018" y="3141975"/>
                    <a:pt x="558842" y="3664222"/>
                  </a:cubicBezTo>
                  <a:lnTo>
                    <a:pt x="562714" y="3669401"/>
                  </a:lnTo>
                  <a:close/>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10" name="円/楕円 9">
              <a:extLst>
                <a:ext uri="{FF2B5EF4-FFF2-40B4-BE49-F238E27FC236}">
                  <a16:creationId xmlns:a16="http://schemas.microsoft.com/office/drawing/2014/main" id="{456AC469-2947-1746-497A-AFAE40774752}"/>
                </a:ext>
              </a:extLst>
            </p:cNvPr>
            <p:cNvSpPr/>
            <p:nvPr/>
          </p:nvSpPr>
          <p:spPr>
            <a:xfrm rot="1580702" flipH="1">
              <a:off x="963543" y="-88436"/>
              <a:ext cx="4005435" cy="7037751"/>
            </a:xfrm>
            <a:prstGeom prst="ellipse">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Tree>
    <p:extLst>
      <p:ext uri="{BB962C8B-B14F-4D97-AF65-F5344CB8AC3E}">
        <p14:creationId xmlns:p14="http://schemas.microsoft.com/office/powerpoint/2010/main" val="210223876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引用文 2">
    <p:bg>
      <p:bgPr>
        <a:solidFill>
          <a:schemeClr val="accent4"/>
        </a:solidFill>
        <a:effectLst/>
      </p:bgPr>
    </p:bg>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F09108B5-C429-31CF-031E-CED9C7D1A9A1}"/>
              </a:ext>
            </a:extLst>
          </p:cNvPr>
          <p:cNvSpPr>
            <a:spLocks noGrp="1"/>
          </p:cNvSpPr>
          <p:nvPr>
            <p:ph type="title" hasCustomPrompt="1"/>
          </p:nvPr>
        </p:nvSpPr>
        <p:spPr>
          <a:xfrm>
            <a:off x="400050" y="5750810"/>
            <a:ext cx="8343900" cy="590211"/>
          </a:xfrm>
        </p:spPr>
        <p:txBody>
          <a:bodyPr rtlCol="0" anchor="ctr">
            <a:normAutofit/>
          </a:bodyPr>
          <a:lstStyle>
            <a:lvl1pPr>
              <a:lnSpc>
                <a:spcPct val="120000"/>
              </a:lnSpc>
              <a:defRPr sz="1500">
                <a:latin typeface="Meiryo UI" panose="020B0604030504040204" pitchFamily="34" charset="-128"/>
                <a:ea typeface="Meiryo UI" panose="020B0604030504040204" pitchFamily="34" charset="-128"/>
              </a:defRPr>
            </a:lvl1pPr>
          </a:lstStyle>
          <a:p>
            <a:pPr rtl="0"/>
            <a:r>
              <a:rPr lang="ja"/>
              <a:t>引用文作成者</a:t>
            </a:r>
          </a:p>
        </p:txBody>
      </p:sp>
      <p:sp>
        <p:nvSpPr>
          <p:cNvPr id="7" name="コンテンツ プレースホルダー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400050" y="1439233"/>
            <a:ext cx="8343899" cy="4001145"/>
          </a:xfrm>
        </p:spPr>
        <p:txBody>
          <a:bodyPr rtlCol="0" anchor="ctr">
            <a:normAutofit/>
          </a:bodyPr>
          <a:lstStyle>
            <a:lvl1pPr marL="123444" indent="-123444">
              <a:lnSpc>
                <a:spcPct val="100000"/>
              </a:lnSpc>
              <a:spcBef>
                <a:spcPts val="0"/>
              </a:spcBef>
              <a:buNone/>
              <a:defRPr sz="5400">
                <a:latin typeface="Meiryo UI" panose="020B0604030504040204" pitchFamily="34" charset="-128"/>
                <a:ea typeface="Meiryo UI" panose="020B0604030504040204" pitchFamily="34" charset="-128"/>
              </a:defRPr>
            </a:lvl1pPr>
          </a:lstStyle>
          <a:p>
            <a:pPr lvl="0" rtl="0"/>
            <a:r>
              <a:rPr lang="ja"/>
              <a:t>クリックして引用文を追加</a:t>
            </a:r>
          </a:p>
        </p:txBody>
      </p:sp>
      <p:sp>
        <p:nvSpPr>
          <p:cNvPr id="4" name="フッター プレースホルダー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p>
            <a:pPr rtl="0"/>
            <a:r>
              <a:rPr lang="en-US"/>
              <a:t>2025/11/24</a:t>
            </a:r>
          </a:p>
        </p:txBody>
      </p:sp>
      <p:sp>
        <p:nvSpPr>
          <p:cNvPr id="5" name="スライド番号プレースホルダー 4">
            <a:extLst>
              <a:ext uri="{FF2B5EF4-FFF2-40B4-BE49-F238E27FC236}">
                <a16:creationId xmlns:a16="http://schemas.microsoft.com/office/drawing/2014/main" id="{C6EAECF6-9F03-4C12-4BD4-4E8AE63A4F3A}"/>
              </a:ext>
            </a:extLst>
          </p:cNvPr>
          <p:cNvSpPr>
            <a:spLocks noGrp="1"/>
          </p:cNvSpPr>
          <p:nvPr>
            <p:ph type="sldNum" sz="quarter" idx="12"/>
          </p:nvPr>
        </p:nvSpPr>
        <p:spPr>
          <a:xfrm>
            <a:off x="8360322" y="6343956"/>
            <a:ext cx="383628" cy="365125"/>
          </a:xfrm>
        </p:spPr>
        <p:txBody>
          <a:bodyPr rtlCol="0"/>
          <a:lstStyle/>
          <a:p>
            <a:pPr rtl="0"/>
            <a:fld id="{AEAA3239-9EA4-4A65-A281-97F994456D9F}" type="slidenum">
              <a:rPr lang="en-US" smtClean="0"/>
              <a:t>‹#›</a:t>
            </a:fld>
            <a:endParaRPr lang="en-US"/>
          </a:p>
        </p:txBody>
      </p:sp>
      <p:sp>
        <p:nvSpPr>
          <p:cNvPr id="11" name="フリーフォーム(F) 10">
            <a:extLst>
              <a:ext uri="{FF2B5EF4-FFF2-40B4-BE49-F238E27FC236}">
                <a16:creationId xmlns:a16="http://schemas.microsoft.com/office/drawing/2014/main" id="{337A93F4-1DC8-4F22-DF99-956D9D7BF7CA}"/>
              </a:ext>
            </a:extLst>
          </p:cNvPr>
          <p:cNvSpPr/>
          <p:nvPr userDrawn="1"/>
        </p:nvSpPr>
        <p:spPr>
          <a:xfrm flipV="1">
            <a:off x="114299" y="181516"/>
            <a:ext cx="8915402" cy="6458077"/>
          </a:xfrm>
          <a:custGeom>
            <a:avLst/>
            <a:gdLst>
              <a:gd name="connsiteX0" fmla="*/ 11887202 w 11887202"/>
              <a:gd name="connsiteY0" fmla="*/ 864612 h 6458077"/>
              <a:gd name="connsiteX1" fmla="*/ 11887202 w 11887202"/>
              <a:gd name="connsiteY1" fmla="*/ 5584272 h 6458077"/>
              <a:gd name="connsiteX2" fmla="*/ 11802450 w 11887202"/>
              <a:gd name="connsiteY2" fmla="*/ 5507244 h 6458077"/>
              <a:gd name="connsiteX3" fmla="*/ 10856879 w 11887202"/>
              <a:gd name="connsiteY3" fmla="*/ 3224438 h 6458077"/>
              <a:gd name="connsiteX4" fmla="*/ 11802450 w 11887202"/>
              <a:gd name="connsiteY4" fmla="*/ 941640 h 6458077"/>
              <a:gd name="connsiteX5" fmla="*/ 3228367 w 11887202"/>
              <a:gd name="connsiteY5" fmla="*/ 1351 h 6458077"/>
              <a:gd name="connsiteX6" fmla="*/ 6456736 w 11887202"/>
              <a:gd name="connsiteY6" fmla="*/ 3229719 h 6458077"/>
              <a:gd name="connsiteX7" fmla="*/ 3228367 w 11887202"/>
              <a:gd name="connsiteY7" fmla="*/ 6458077 h 6458077"/>
              <a:gd name="connsiteX8" fmla="*/ 0 w 11887202"/>
              <a:gd name="connsiteY8" fmla="*/ 3229719 h 6458077"/>
              <a:gd name="connsiteX9" fmla="*/ 3228367 w 11887202"/>
              <a:gd name="connsiteY9" fmla="*/ 1351 h 6458077"/>
              <a:gd name="connsiteX10" fmla="*/ 9660775 w 11887202"/>
              <a:gd name="connsiteY10" fmla="*/ 553 h 6458077"/>
              <a:gd name="connsiteX11" fmla="*/ 10151565 w 11887202"/>
              <a:gd name="connsiteY11" fmla="*/ 117417 h 6458077"/>
              <a:gd name="connsiteX12" fmla="*/ 10435757 w 11887202"/>
              <a:gd name="connsiteY12" fmla="*/ 4065627 h 6458077"/>
              <a:gd name="connsiteX13" fmla="*/ 7168123 w 11887202"/>
              <a:gd name="connsiteY13" fmla="*/ 6299815 h 6458077"/>
              <a:gd name="connsiteX14" fmla="*/ 6883933 w 11887202"/>
              <a:gd name="connsiteY14" fmla="*/ 2351584 h 6458077"/>
              <a:gd name="connsiteX15" fmla="*/ 9660775 w 11887202"/>
              <a:gd name="connsiteY15" fmla="*/ 553 h 6458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887202" h="6458077">
                <a:moveTo>
                  <a:pt x="11887202" y="864612"/>
                </a:moveTo>
                <a:lnTo>
                  <a:pt x="11887202" y="5584272"/>
                </a:lnTo>
                <a:lnTo>
                  <a:pt x="11802450" y="5507244"/>
                </a:lnTo>
                <a:cubicBezTo>
                  <a:pt x="11218229" y="4923022"/>
                  <a:pt x="10856879" y="4115927"/>
                  <a:pt x="10856879" y="3224438"/>
                </a:cubicBezTo>
                <a:cubicBezTo>
                  <a:pt x="10856879" y="2332950"/>
                  <a:pt x="11218229" y="1525859"/>
                  <a:pt x="11802450" y="941640"/>
                </a:cubicBezTo>
                <a:close/>
                <a:moveTo>
                  <a:pt x="3228367" y="1351"/>
                </a:moveTo>
                <a:cubicBezTo>
                  <a:pt x="5011335" y="1351"/>
                  <a:pt x="6456736" y="1446742"/>
                  <a:pt x="6456736" y="3229719"/>
                </a:cubicBezTo>
                <a:cubicBezTo>
                  <a:pt x="6456736" y="5012677"/>
                  <a:pt x="5011335" y="6458077"/>
                  <a:pt x="3228367" y="6458077"/>
                </a:cubicBezTo>
                <a:cubicBezTo>
                  <a:pt x="1445390" y="6458077"/>
                  <a:pt x="0" y="5012677"/>
                  <a:pt x="0" y="3229719"/>
                </a:cubicBezTo>
                <a:cubicBezTo>
                  <a:pt x="1" y="1446742"/>
                  <a:pt x="1445390" y="1351"/>
                  <a:pt x="3228367" y="1351"/>
                </a:cubicBezTo>
                <a:close/>
                <a:moveTo>
                  <a:pt x="9660775" y="553"/>
                </a:moveTo>
                <a:cubicBezTo>
                  <a:pt x="9833292" y="5481"/>
                  <a:pt x="9998315" y="43461"/>
                  <a:pt x="10151565" y="117417"/>
                </a:cubicBezTo>
                <a:cubicBezTo>
                  <a:pt x="11132366" y="590741"/>
                  <a:pt x="11259636" y="2358418"/>
                  <a:pt x="10435757" y="4065627"/>
                </a:cubicBezTo>
                <a:cubicBezTo>
                  <a:pt x="9611925" y="5772802"/>
                  <a:pt x="8148926" y="6773070"/>
                  <a:pt x="7168123" y="6299815"/>
                </a:cubicBezTo>
                <a:cubicBezTo>
                  <a:pt x="6187323" y="5826465"/>
                  <a:pt x="6060053" y="4058797"/>
                  <a:pt x="6883933" y="2351584"/>
                </a:cubicBezTo>
                <a:cubicBezTo>
                  <a:pt x="7579040" y="911127"/>
                  <a:pt x="8729181" y="-26057"/>
                  <a:pt x="9660775" y="553"/>
                </a:cubicBezTo>
                <a:close/>
              </a:path>
            </a:pathLst>
          </a:custGeom>
          <a:noFill/>
          <a:ln w="12700" cap="flat">
            <a:solidFill>
              <a:schemeClr val="accent2"/>
            </a:solidFill>
            <a:prstDash val="solid"/>
            <a:miter/>
          </a:ln>
        </p:spPr>
        <p:txBody>
          <a:bodyPr rtlCol="0" anchor="ctr"/>
          <a:lstStyle/>
          <a:p>
            <a:pPr rtl="0"/>
            <a:endParaRPr lang="en-US" sz="1350"/>
          </a:p>
        </p:txBody>
      </p:sp>
    </p:spTree>
    <p:extLst>
      <p:ext uri="{BB962C8B-B14F-4D97-AF65-F5344CB8AC3E}">
        <p14:creationId xmlns:p14="http://schemas.microsoft.com/office/powerpoint/2010/main" val="35464086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引用文 3">
    <p:bg>
      <p:bgPr>
        <a:solidFill>
          <a:schemeClr val="accent4"/>
        </a:solidFill>
        <a:effectLst/>
      </p:bgPr>
    </p:bg>
    <p:spTree>
      <p:nvGrpSpPr>
        <p:cNvPr id="1" name=""/>
        <p:cNvGrpSpPr/>
        <p:nvPr/>
      </p:nvGrpSpPr>
      <p:grpSpPr>
        <a:xfrm>
          <a:off x="0" y="0"/>
          <a:ext cx="0" cy="0"/>
          <a:chOff x="0" y="0"/>
          <a:chExt cx="0" cy="0"/>
        </a:xfrm>
      </p:grpSpPr>
      <p:grpSp>
        <p:nvGrpSpPr>
          <p:cNvPr id="9" name="グループ 8">
            <a:extLst>
              <a:ext uri="{FF2B5EF4-FFF2-40B4-BE49-F238E27FC236}">
                <a16:creationId xmlns:a16="http://schemas.microsoft.com/office/drawing/2014/main" id="{142D1488-1A4D-052D-8768-524632AECB29}"/>
              </a:ext>
            </a:extLst>
          </p:cNvPr>
          <p:cNvGrpSpPr/>
          <p:nvPr userDrawn="1"/>
        </p:nvGrpSpPr>
        <p:grpSpPr>
          <a:xfrm>
            <a:off x="114300" y="89109"/>
            <a:ext cx="9766914" cy="6604170"/>
            <a:chOff x="152400" y="89109"/>
            <a:chExt cx="13022552" cy="6604170"/>
          </a:xfrm>
          <a:solidFill>
            <a:schemeClr val="accent4">
              <a:lumMod val="40000"/>
              <a:lumOff val="60000"/>
            </a:schemeClr>
          </a:solidFill>
        </p:grpSpPr>
        <p:sp>
          <p:nvSpPr>
            <p:cNvPr id="6" name="フリーフォーム(F) 5">
              <a:extLst>
                <a:ext uri="{FF2B5EF4-FFF2-40B4-BE49-F238E27FC236}">
                  <a16:creationId xmlns:a16="http://schemas.microsoft.com/office/drawing/2014/main" id="{3E482E4B-ABD9-02D0-A732-DECA1820B8E1}"/>
                </a:ext>
              </a:extLst>
            </p:cNvPr>
            <p:cNvSpPr/>
            <p:nvPr userDrawn="1"/>
          </p:nvSpPr>
          <p:spPr>
            <a:xfrm flipH="1">
              <a:off x="152400" y="148866"/>
              <a:ext cx="9527293" cy="6544413"/>
            </a:xfrm>
            <a:custGeom>
              <a:avLst/>
              <a:gdLst>
                <a:gd name="connsiteX0" fmla="*/ 9527293 w 9527293"/>
                <a:gd name="connsiteY0" fmla="*/ 0 h 6544413"/>
                <a:gd name="connsiteX1" fmla="*/ 3272207 w 9527293"/>
                <a:gd name="connsiteY1" fmla="*/ 0 h 6544413"/>
                <a:gd name="connsiteX2" fmla="*/ 3231795 w 9527293"/>
                <a:gd name="connsiteY2" fmla="*/ 0 h 6544413"/>
                <a:gd name="connsiteX3" fmla="*/ 3231795 w 9527293"/>
                <a:gd name="connsiteY3" fmla="*/ 2041 h 6544413"/>
                <a:gd name="connsiteX4" fmla="*/ 2937642 w 9527293"/>
                <a:gd name="connsiteY4" fmla="*/ 16895 h 6544413"/>
                <a:gd name="connsiteX5" fmla="*/ 0 w 9527293"/>
                <a:gd name="connsiteY5" fmla="*/ 3272207 h 6544413"/>
                <a:gd name="connsiteX6" fmla="*/ 2937642 w 9527293"/>
                <a:gd name="connsiteY6" fmla="*/ 6527520 h 6544413"/>
                <a:gd name="connsiteX7" fmla="*/ 3231795 w 9527293"/>
                <a:gd name="connsiteY7" fmla="*/ 6542374 h 6544413"/>
                <a:gd name="connsiteX8" fmla="*/ 3231795 w 9527293"/>
                <a:gd name="connsiteY8" fmla="*/ 6544413 h 6544413"/>
                <a:gd name="connsiteX9" fmla="*/ 3272207 w 9527293"/>
                <a:gd name="connsiteY9" fmla="*/ 6544413 h 6544413"/>
                <a:gd name="connsiteX10" fmla="*/ 9527293 w 95272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27293" h="6544413">
                  <a:moveTo>
                    <a:pt x="9527293" y="0"/>
                  </a:moveTo>
                  <a:lnTo>
                    <a:pt x="3272207" y="0"/>
                  </a:lnTo>
                  <a:lnTo>
                    <a:pt x="3231795" y="0"/>
                  </a:lnTo>
                  <a:lnTo>
                    <a:pt x="3231795" y="2041"/>
                  </a:lnTo>
                  <a:lnTo>
                    <a:pt x="2937642" y="16895"/>
                  </a:lnTo>
                  <a:cubicBezTo>
                    <a:pt x="1287611" y="184464"/>
                    <a:pt x="0" y="1577967"/>
                    <a:pt x="0" y="3272207"/>
                  </a:cubicBezTo>
                  <a:cubicBezTo>
                    <a:pt x="0" y="4966448"/>
                    <a:pt x="1287611" y="6359951"/>
                    <a:pt x="2937642" y="6527520"/>
                  </a:cubicBezTo>
                  <a:lnTo>
                    <a:pt x="3231795" y="6542374"/>
                  </a:lnTo>
                  <a:lnTo>
                    <a:pt x="3231795" y="6544413"/>
                  </a:lnTo>
                  <a:lnTo>
                    <a:pt x="3272207" y="6544413"/>
                  </a:lnTo>
                  <a:lnTo>
                    <a:pt x="9527293" y="654441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8" name="フリーフォーム(F) 7">
              <a:extLst>
                <a:ext uri="{FF2B5EF4-FFF2-40B4-BE49-F238E27FC236}">
                  <a16:creationId xmlns:a16="http://schemas.microsoft.com/office/drawing/2014/main" id="{B26B4526-30F9-2C22-D719-7B3D7B21350D}"/>
                </a:ext>
              </a:extLst>
            </p:cNvPr>
            <p:cNvSpPr/>
            <p:nvPr userDrawn="1"/>
          </p:nvSpPr>
          <p:spPr>
            <a:xfrm rot="20019298">
              <a:off x="9791044" y="89109"/>
              <a:ext cx="3383908" cy="6274506"/>
            </a:xfrm>
            <a:custGeom>
              <a:avLst/>
              <a:gdLst>
                <a:gd name="connsiteX0" fmla="*/ 2598266 w 3383908"/>
                <a:gd name="connsiteY0" fmla="*/ 158202 h 6274506"/>
                <a:gd name="connsiteX1" fmla="*/ 3276633 w 3383908"/>
                <a:gd name="connsiteY1" fmla="*/ 803540 h 6274506"/>
                <a:gd name="connsiteX2" fmla="*/ 3383908 w 3383908"/>
                <a:gd name="connsiteY2" fmla="*/ 974850 h 6274506"/>
                <a:gd name="connsiteX3" fmla="*/ 759470 w 3383908"/>
                <a:gd name="connsiteY3" fmla="*/ 6274506 h 6274506"/>
                <a:gd name="connsiteX4" fmla="*/ 728803 w 3383908"/>
                <a:gd name="connsiteY4" fmla="*/ 6234212 h 6274506"/>
                <a:gd name="connsiteX5" fmla="*/ 0 w 3383908"/>
                <a:gd name="connsiteY5" fmla="*/ 3518876 h 6274506"/>
                <a:gd name="connsiteX6" fmla="*/ 2002718 w 3383908"/>
                <a:gd name="connsiteY6" fmla="*/ 0 h 6274506"/>
                <a:gd name="connsiteX7" fmla="*/ 2598266 w 3383908"/>
                <a:gd name="connsiteY7" fmla="*/ 158202 h 6274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3908" h="6274506">
                  <a:moveTo>
                    <a:pt x="2598266" y="158202"/>
                  </a:moveTo>
                  <a:cubicBezTo>
                    <a:pt x="2849110" y="295288"/>
                    <a:pt x="3078811" y="516690"/>
                    <a:pt x="3276633" y="803540"/>
                  </a:cubicBezTo>
                  <a:lnTo>
                    <a:pt x="3383908" y="974850"/>
                  </a:lnTo>
                  <a:lnTo>
                    <a:pt x="759470" y="6274506"/>
                  </a:lnTo>
                  <a:lnTo>
                    <a:pt x="728803" y="6234212"/>
                  </a:lnTo>
                  <a:cubicBezTo>
                    <a:pt x="283705" y="5588799"/>
                    <a:pt x="0" y="4612051"/>
                    <a:pt x="0" y="3518876"/>
                  </a:cubicBezTo>
                  <a:cubicBezTo>
                    <a:pt x="0" y="1575454"/>
                    <a:pt x="896647" y="0"/>
                    <a:pt x="2002718" y="0"/>
                  </a:cubicBezTo>
                  <a:cubicBezTo>
                    <a:pt x="2210107" y="1"/>
                    <a:pt x="2410133" y="55388"/>
                    <a:pt x="2598266" y="158202"/>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grpSp>
      <p:sp>
        <p:nvSpPr>
          <p:cNvPr id="11" name="タイトル 10">
            <a:extLst>
              <a:ext uri="{FF2B5EF4-FFF2-40B4-BE49-F238E27FC236}">
                <a16:creationId xmlns:a16="http://schemas.microsoft.com/office/drawing/2014/main" id="{E3FA50EB-BD17-34CA-249D-4C6E63E2BDA6}"/>
              </a:ext>
            </a:extLst>
          </p:cNvPr>
          <p:cNvSpPr>
            <a:spLocks noGrp="1"/>
          </p:cNvSpPr>
          <p:nvPr>
            <p:ph type="title" hasCustomPrompt="1"/>
          </p:nvPr>
        </p:nvSpPr>
        <p:spPr>
          <a:xfrm>
            <a:off x="400050" y="5753744"/>
            <a:ext cx="8343900" cy="587277"/>
          </a:xfrm>
        </p:spPr>
        <p:txBody>
          <a:bodyPr rtlCol="0" anchor="ctr">
            <a:normAutofit/>
          </a:bodyPr>
          <a:lstStyle>
            <a:lvl1pPr>
              <a:lnSpc>
                <a:spcPct val="120000"/>
              </a:lnSpc>
              <a:defRPr sz="1500">
                <a:latin typeface="Meiryo UI" panose="020B0604030504040204" pitchFamily="34" charset="-128"/>
                <a:ea typeface="Meiryo UI" panose="020B0604030504040204" pitchFamily="34" charset="-128"/>
              </a:defRPr>
            </a:lvl1pPr>
          </a:lstStyle>
          <a:p>
            <a:pPr rtl="0"/>
            <a:r>
              <a:rPr lang="ja"/>
              <a:t>引用文作成者</a:t>
            </a:r>
          </a:p>
        </p:txBody>
      </p:sp>
      <p:sp>
        <p:nvSpPr>
          <p:cNvPr id="7" name="コンテンツ プレースホルダー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400050" y="1439233"/>
            <a:ext cx="8343899" cy="4001145"/>
          </a:xfrm>
        </p:spPr>
        <p:txBody>
          <a:bodyPr rtlCol="0" anchor="ctr">
            <a:normAutofit/>
          </a:bodyPr>
          <a:lstStyle>
            <a:lvl1pPr marL="123444" indent="-123444">
              <a:lnSpc>
                <a:spcPct val="100000"/>
              </a:lnSpc>
              <a:spcBef>
                <a:spcPts val="0"/>
              </a:spcBef>
              <a:buNone/>
              <a:defRPr sz="5400">
                <a:latin typeface="Meiryo UI" panose="020B0604030504040204" pitchFamily="34" charset="-128"/>
                <a:ea typeface="Meiryo UI" panose="020B0604030504040204" pitchFamily="34" charset="-128"/>
              </a:defRPr>
            </a:lvl1pPr>
          </a:lstStyle>
          <a:p>
            <a:pPr lvl="0" rtl="0"/>
            <a:r>
              <a:rPr lang="ja"/>
              <a:t>クリックして引用文を追加</a:t>
            </a:r>
          </a:p>
        </p:txBody>
      </p:sp>
      <p:sp>
        <p:nvSpPr>
          <p:cNvPr id="4" name="フッター プレースホルダー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p>
            <a:pPr rtl="0"/>
            <a:r>
              <a:rPr lang="en-US"/>
              <a:t>2025/11/24</a:t>
            </a:r>
          </a:p>
        </p:txBody>
      </p:sp>
      <p:sp>
        <p:nvSpPr>
          <p:cNvPr id="5" name="スライド番号プレースホルダー 4">
            <a:extLst>
              <a:ext uri="{FF2B5EF4-FFF2-40B4-BE49-F238E27FC236}">
                <a16:creationId xmlns:a16="http://schemas.microsoft.com/office/drawing/2014/main" id="{C6EAECF6-9F03-4C12-4BD4-4E8AE63A4F3A}"/>
              </a:ext>
            </a:extLst>
          </p:cNvPr>
          <p:cNvSpPr>
            <a:spLocks noGrp="1"/>
          </p:cNvSpPr>
          <p:nvPr>
            <p:ph type="sldNum" sz="quarter" idx="12"/>
          </p:nvPr>
        </p:nvSpPr>
        <p:spPr>
          <a:xfrm>
            <a:off x="8360322" y="6343956"/>
            <a:ext cx="383628" cy="365125"/>
          </a:xfrm>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305302297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引用文 4">
    <p:bg>
      <p:bgPr>
        <a:solidFill>
          <a:schemeClr val="accent4"/>
        </a:solidFill>
        <a:effectLst/>
      </p:bgPr>
    </p:bg>
    <p:spTree>
      <p:nvGrpSpPr>
        <p:cNvPr id="1" name=""/>
        <p:cNvGrpSpPr/>
        <p:nvPr/>
      </p:nvGrpSpPr>
      <p:grpSpPr>
        <a:xfrm>
          <a:off x="0" y="0"/>
          <a:ext cx="0" cy="0"/>
          <a:chOff x="0" y="0"/>
          <a:chExt cx="0" cy="0"/>
        </a:xfrm>
      </p:grpSpPr>
      <p:grpSp>
        <p:nvGrpSpPr>
          <p:cNvPr id="9" name="グループ 8">
            <a:extLst>
              <a:ext uri="{FF2B5EF4-FFF2-40B4-BE49-F238E27FC236}">
                <a16:creationId xmlns:a16="http://schemas.microsoft.com/office/drawing/2014/main" id="{142D1488-1A4D-052D-8768-524632AECB29}"/>
              </a:ext>
            </a:extLst>
          </p:cNvPr>
          <p:cNvGrpSpPr/>
          <p:nvPr userDrawn="1"/>
        </p:nvGrpSpPr>
        <p:grpSpPr>
          <a:xfrm>
            <a:off x="114300" y="89109"/>
            <a:ext cx="9766914" cy="6604170"/>
            <a:chOff x="152400" y="89109"/>
            <a:chExt cx="13022552" cy="6604170"/>
          </a:xfrm>
          <a:solidFill>
            <a:schemeClr val="accent4">
              <a:lumMod val="60000"/>
              <a:lumOff val="40000"/>
            </a:schemeClr>
          </a:solidFill>
        </p:grpSpPr>
        <p:sp>
          <p:nvSpPr>
            <p:cNvPr id="6" name="フリーフォーム(F) 5">
              <a:extLst>
                <a:ext uri="{FF2B5EF4-FFF2-40B4-BE49-F238E27FC236}">
                  <a16:creationId xmlns:a16="http://schemas.microsoft.com/office/drawing/2014/main" id="{3E482E4B-ABD9-02D0-A732-DECA1820B8E1}"/>
                </a:ext>
              </a:extLst>
            </p:cNvPr>
            <p:cNvSpPr/>
            <p:nvPr userDrawn="1"/>
          </p:nvSpPr>
          <p:spPr>
            <a:xfrm flipH="1">
              <a:off x="152400" y="148866"/>
              <a:ext cx="9527293" cy="6544413"/>
            </a:xfrm>
            <a:custGeom>
              <a:avLst/>
              <a:gdLst>
                <a:gd name="connsiteX0" fmla="*/ 9527293 w 9527293"/>
                <a:gd name="connsiteY0" fmla="*/ 0 h 6544413"/>
                <a:gd name="connsiteX1" fmla="*/ 3272207 w 9527293"/>
                <a:gd name="connsiteY1" fmla="*/ 0 h 6544413"/>
                <a:gd name="connsiteX2" fmla="*/ 3231795 w 9527293"/>
                <a:gd name="connsiteY2" fmla="*/ 0 h 6544413"/>
                <a:gd name="connsiteX3" fmla="*/ 3231795 w 9527293"/>
                <a:gd name="connsiteY3" fmla="*/ 2041 h 6544413"/>
                <a:gd name="connsiteX4" fmla="*/ 2937642 w 9527293"/>
                <a:gd name="connsiteY4" fmla="*/ 16895 h 6544413"/>
                <a:gd name="connsiteX5" fmla="*/ 0 w 9527293"/>
                <a:gd name="connsiteY5" fmla="*/ 3272207 h 6544413"/>
                <a:gd name="connsiteX6" fmla="*/ 2937642 w 9527293"/>
                <a:gd name="connsiteY6" fmla="*/ 6527520 h 6544413"/>
                <a:gd name="connsiteX7" fmla="*/ 3231795 w 9527293"/>
                <a:gd name="connsiteY7" fmla="*/ 6542374 h 6544413"/>
                <a:gd name="connsiteX8" fmla="*/ 3231795 w 9527293"/>
                <a:gd name="connsiteY8" fmla="*/ 6544413 h 6544413"/>
                <a:gd name="connsiteX9" fmla="*/ 3272207 w 9527293"/>
                <a:gd name="connsiteY9" fmla="*/ 6544413 h 6544413"/>
                <a:gd name="connsiteX10" fmla="*/ 9527293 w 95272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27293" h="6544413">
                  <a:moveTo>
                    <a:pt x="9527293" y="0"/>
                  </a:moveTo>
                  <a:lnTo>
                    <a:pt x="3272207" y="0"/>
                  </a:lnTo>
                  <a:lnTo>
                    <a:pt x="3231795" y="0"/>
                  </a:lnTo>
                  <a:lnTo>
                    <a:pt x="3231795" y="2041"/>
                  </a:lnTo>
                  <a:lnTo>
                    <a:pt x="2937642" y="16895"/>
                  </a:lnTo>
                  <a:cubicBezTo>
                    <a:pt x="1287611" y="184464"/>
                    <a:pt x="0" y="1577967"/>
                    <a:pt x="0" y="3272207"/>
                  </a:cubicBezTo>
                  <a:cubicBezTo>
                    <a:pt x="0" y="4966448"/>
                    <a:pt x="1287611" y="6359951"/>
                    <a:pt x="2937642" y="6527520"/>
                  </a:cubicBezTo>
                  <a:lnTo>
                    <a:pt x="3231795" y="6542374"/>
                  </a:lnTo>
                  <a:lnTo>
                    <a:pt x="3231795" y="6544413"/>
                  </a:lnTo>
                  <a:lnTo>
                    <a:pt x="3272207" y="6544413"/>
                  </a:lnTo>
                  <a:lnTo>
                    <a:pt x="9527293" y="654441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8" name="フリーフォーム(F) 7">
              <a:extLst>
                <a:ext uri="{FF2B5EF4-FFF2-40B4-BE49-F238E27FC236}">
                  <a16:creationId xmlns:a16="http://schemas.microsoft.com/office/drawing/2014/main" id="{B26B4526-30F9-2C22-D719-7B3D7B21350D}"/>
                </a:ext>
              </a:extLst>
            </p:cNvPr>
            <p:cNvSpPr/>
            <p:nvPr userDrawn="1"/>
          </p:nvSpPr>
          <p:spPr>
            <a:xfrm rot="20019298">
              <a:off x="9791044" y="89109"/>
              <a:ext cx="3383908" cy="6274506"/>
            </a:xfrm>
            <a:custGeom>
              <a:avLst/>
              <a:gdLst>
                <a:gd name="connsiteX0" fmla="*/ 2598266 w 3383908"/>
                <a:gd name="connsiteY0" fmla="*/ 158202 h 6274506"/>
                <a:gd name="connsiteX1" fmla="*/ 3276633 w 3383908"/>
                <a:gd name="connsiteY1" fmla="*/ 803540 h 6274506"/>
                <a:gd name="connsiteX2" fmla="*/ 3383908 w 3383908"/>
                <a:gd name="connsiteY2" fmla="*/ 974850 h 6274506"/>
                <a:gd name="connsiteX3" fmla="*/ 759470 w 3383908"/>
                <a:gd name="connsiteY3" fmla="*/ 6274506 h 6274506"/>
                <a:gd name="connsiteX4" fmla="*/ 728803 w 3383908"/>
                <a:gd name="connsiteY4" fmla="*/ 6234212 h 6274506"/>
                <a:gd name="connsiteX5" fmla="*/ 0 w 3383908"/>
                <a:gd name="connsiteY5" fmla="*/ 3518876 h 6274506"/>
                <a:gd name="connsiteX6" fmla="*/ 2002718 w 3383908"/>
                <a:gd name="connsiteY6" fmla="*/ 0 h 6274506"/>
                <a:gd name="connsiteX7" fmla="*/ 2598266 w 3383908"/>
                <a:gd name="connsiteY7" fmla="*/ 158202 h 6274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3908" h="6274506">
                  <a:moveTo>
                    <a:pt x="2598266" y="158202"/>
                  </a:moveTo>
                  <a:cubicBezTo>
                    <a:pt x="2849110" y="295288"/>
                    <a:pt x="3078811" y="516690"/>
                    <a:pt x="3276633" y="803540"/>
                  </a:cubicBezTo>
                  <a:lnTo>
                    <a:pt x="3383908" y="974850"/>
                  </a:lnTo>
                  <a:lnTo>
                    <a:pt x="759470" y="6274506"/>
                  </a:lnTo>
                  <a:lnTo>
                    <a:pt x="728803" y="6234212"/>
                  </a:lnTo>
                  <a:cubicBezTo>
                    <a:pt x="283705" y="5588799"/>
                    <a:pt x="0" y="4612051"/>
                    <a:pt x="0" y="3518876"/>
                  </a:cubicBezTo>
                  <a:cubicBezTo>
                    <a:pt x="0" y="1575454"/>
                    <a:pt x="896647" y="0"/>
                    <a:pt x="2002718" y="0"/>
                  </a:cubicBezTo>
                  <a:cubicBezTo>
                    <a:pt x="2210107" y="1"/>
                    <a:pt x="2410133" y="55388"/>
                    <a:pt x="2598266" y="158202"/>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grpSp>
      <p:sp>
        <p:nvSpPr>
          <p:cNvPr id="11" name="タイトル 10">
            <a:extLst>
              <a:ext uri="{FF2B5EF4-FFF2-40B4-BE49-F238E27FC236}">
                <a16:creationId xmlns:a16="http://schemas.microsoft.com/office/drawing/2014/main" id="{A741954E-5375-69D9-7FFE-F7AEAB2F9C70}"/>
              </a:ext>
            </a:extLst>
          </p:cNvPr>
          <p:cNvSpPr>
            <a:spLocks noGrp="1"/>
          </p:cNvSpPr>
          <p:nvPr>
            <p:ph type="title" hasCustomPrompt="1"/>
          </p:nvPr>
        </p:nvSpPr>
        <p:spPr>
          <a:xfrm>
            <a:off x="400050" y="5750810"/>
            <a:ext cx="8343900" cy="590211"/>
          </a:xfrm>
        </p:spPr>
        <p:txBody>
          <a:bodyPr rtlCol="0" anchor="ctr">
            <a:normAutofit/>
          </a:bodyPr>
          <a:lstStyle>
            <a:lvl1pPr>
              <a:lnSpc>
                <a:spcPct val="120000"/>
              </a:lnSpc>
              <a:defRPr sz="1500">
                <a:latin typeface="Meiryo UI" panose="020B0604030504040204" pitchFamily="34" charset="-128"/>
                <a:ea typeface="Meiryo UI" panose="020B0604030504040204" pitchFamily="34" charset="-128"/>
              </a:defRPr>
            </a:lvl1pPr>
          </a:lstStyle>
          <a:p>
            <a:pPr rtl="0"/>
            <a:r>
              <a:rPr lang="ja"/>
              <a:t>引用文作成者</a:t>
            </a:r>
          </a:p>
        </p:txBody>
      </p:sp>
      <p:sp>
        <p:nvSpPr>
          <p:cNvPr id="7" name="コンテンツ プレースホルダー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400050" y="1439233"/>
            <a:ext cx="6859721" cy="4001145"/>
          </a:xfrm>
        </p:spPr>
        <p:txBody>
          <a:bodyPr rtlCol="0" anchor="ctr">
            <a:normAutofit/>
          </a:bodyPr>
          <a:lstStyle>
            <a:lvl1pPr marL="123444" indent="-123444">
              <a:lnSpc>
                <a:spcPct val="100000"/>
              </a:lnSpc>
              <a:spcBef>
                <a:spcPts val="0"/>
              </a:spcBef>
              <a:buNone/>
              <a:defRPr sz="3600">
                <a:latin typeface="Meiryo UI" panose="020B0604030504040204" pitchFamily="34" charset="-128"/>
                <a:ea typeface="Meiryo UI" panose="020B0604030504040204" pitchFamily="34" charset="-128"/>
              </a:defRPr>
            </a:lvl1pPr>
          </a:lstStyle>
          <a:p>
            <a:pPr lvl="0" rtl="0"/>
            <a:r>
              <a:rPr lang="ja"/>
              <a:t>クリックして引用文を追加</a:t>
            </a:r>
          </a:p>
        </p:txBody>
      </p:sp>
      <p:sp>
        <p:nvSpPr>
          <p:cNvPr id="4" name="フッター プレースホルダー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p>
            <a:pPr rtl="0"/>
            <a:r>
              <a:rPr lang="en-US"/>
              <a:t>2025/11/24</a:t>
            </a:r>
          </a:p>
        </p:txBody>
      </p:sp>
      <p:sp>
        <p:nvSpPr>
          <p:cNvPr id="5" name="スライド番号プレースホルダー 4">
            <a:extLst>
              <a:ext uri="{FF2B5EF4-FFF2-40B4-BE49-F238E27FC236}">
                <a16:creationId xmlns:a16="http://schemas.microsoft.com/office/drawing/2014/main" id="{C6EAECF6-9F03-4C12-4BD4-4E8AE63A4F3A}"/>
              </a:ext>
            </a:extLst>
          </p:cNvPr>
          <p:cNvSpPr>
            <a:spLocks noGrp="1"/>
          </p:cNvSpPr>
          <p:nvPr>
            <p:ph type="sldNum" sz="quarter" idx="12"/>
          </p:nvPr>
        </p:nvSpPr>
        <p:spPr>
          <a:xfrm>
            <a:off x="8360322" y="6343956"/>
            <a:ext cx="383628" cy="365125"/>
          </a:xfrm>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7165257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引用文 5">
    <p:bg>
      <p:bgPr>
        <a:solidFill>
          <a:schemeClr val="accent4">
            <a:lumMod val="40000"/>
            <a:lumOff val="60000"/>
          </a:schemeClr>
        </a:solidFill>
        <a:effectLst/>
      </p:bgPr>
    </p:bg>
    <p:spTree>
      <p:nvGrpSpPr>
        <p:cNvPr id="1" name=""/>
        <p:cNvGrpSpPr/>
        <p:nvPr/>
      </p:nvGrpSpPr>
      <p:grpSpPr>
        <a:xfrm>
          <a:off x="0" y="0"/>
          <a:ext cx="0" cy="0"/>
          <a:chOff x="0" y="0"/>
          <a:chExt cx="0" cy="0"/>
        </a:xfrm>
      </p:grpSpPr>
      <p:grpSp>
        <p:nvGrpSpPr>
          <p:cNvPr id="9" name="グループ 8">
            <a:extLst>
              <a:ext uri="{FF2B5EF4-FFF2-40B4-BE49-F238E27FC236}">
                <a16:creationId xmlns:a16="http://schemas.microsoft.com/office/drawing/2014/main" id="{142D1488-1A4D-052D-8768-524632AECB29}"/>
              </a:ext>
            </a:extLst>
          </p:cNvPr>
          <p:cNvGrpSpPr/>
          <p:nvPr userDrawn="1"/>
        </p:nvGrpSpPr>
        <p:grpSpPr>
          <a:xfrm>
            <a:off x="114300" y="89109"/>
            <a:ext cx="9766914" cy="6604170"/>
            <a:chOff x="152400" y="89109"/>
            <a:chExt cx="13022552" cy="6604170"/>
          </a:xfrm>
          <a:noFill/>
        </p:grpSpPr>
        <p:sp>
          <p:nvSpPr>
            <p:cNvPr id="6" name="フリーフォーム(F) 5">
              <a:extLst>
                <a:ext uri="{FF2B5EF4-FFF2-40B4-BE49-F238E27FC236}">
                  <a16:creationId xmlns:a16="http://schemas.microsoft.com/office/drawing/2014/main" id="{3E482E4B-ABD9-02D0-A732-DECA1820B8E1}"/>
                </a:ext>
              </a:extLst>
            </p:cNvPr>
            <p:cNvSpPr/>
            <p:nvPr userDrawn="1"/>
          </p:nvSpPr>
          <p:spPr>
            <a:xfrm flipH="1">
              <a:off x="152400" y="148866"/>
              <a:ext cx="9527293" cy="6544413"/>
            </a:xfrm>
            <a:custGeom>
              <a:avLst/>
              <a:gdLst>
                <a:gd name="connsiteX0" fmla="*/ 9527293 w 9527293"/>
                <a:gd name="connsiteY0" fmla="*/ 0 h 6544413"/>
                <a:gd name="connsiteX1" fmla="*/ 3272207 w 9527293"/>
                <a:gd name="connsiteY1" fmla="*/ 0 h 6544413"/>
                <a:gd name="connsiteX2" fmla="*/ 3231795 w 9527293"/>
                <a:gd name="connsiteY2" fmla="*/ 0 h 6544413"/>
                <a:gd name="connsiteX3" fmla="*/ 3231795 w 9527293"/>
                <a:gd name="connsiteY3" fmla="*/ 2041 h 6544413"/>
                <a:gd name="connsiteX4" fmla="*/ 2937642 w 9527293"/>
                <a:gd name="connsiteY4" fmla="*/ 16895 h 6544413"/>
                <a:gd name="connsiteX5" fmla="*/ 0 w 9527293"/>
                <a:gd name="connsiteY5" fmla="*/ 3272207 h 6544413"/>
                <a:gd name="connsiteX6" fmla="*/ 2937642 w 9527293"/>
                <a:gd name="connsiteY6" fmla="*/ 6527520 h 6544413"/>
                <a:gd name="connsiteX7" fmla="*/ 3231795 w 9527293"/>
                <a:gd name="connsiteY7" fmla="*/ 6542374 h 6544413"/>
                <a:gd name="connsiteX8" fmla="*/ 3231795 w 9527293"/>
                <a:gd name="connsiteY8" fmla="*/ 6544413 h 6544413"/>
                <a:gd name="connsiteX9" fmla="*/ 3272207 w 9527293"/>
                <a:gd name="connsiteY9" fmla="*/ 6544413 h 6544413"/>
                <a:gd name="connsiteX10" fmla="*/ 9527293 w 95272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27293" h="6544413">
                  <a:moveTo>
                    <a:pt x="9527293" y="0"/>
                  </a:moveTo>
                  <a:lnTo>
                    <a:pt x="3272207" y="0"/>
                  </a:lnTo>
                  <a:lnTo>
                    <a:pt x="3231795" y="0"/>
                  </a:lnTo>
                  <a:lnTo>
                    <a:pt x="3231795" y="2041"/>
                  </a:lnTo>
                  <a:lnTo>
                    <a:pt x="2937642" y="16895"/>
                  </a:lnTo>
                  <a:cubicBezTo>
                    <a:pt x="1287611" y="184464"/>
                    <a:pt x="0" y="1577967"/>
                    <a:pt x="0" y="3272207"/>
                  </a:cubicBezTo>
                  <a:cubicBezTo>
                    <a:pt x="0" y="4966448"/>
                    <a:pt x="1287611" y="6359951"/>
                    <a:pt x="2937642" y="6527520"/>
                  </a:cubicBezTo>
                  <a:lnTo>
                    <a:pt x="3231795" y="6542374"/>
                  </a:lnTo>
                  <a:lnTo>
                    <a:pt x="3231795" y="6544413"/>
                  </a:lnTo>
                  <a:lnTo>
                    <a:pt x="3272207" y="6544413"/>
                  </a:lnTo>
                  <a:lnTo>
                    <a:pt x="9527293" y="6544413"/>
                  </a:lnTo>
                  <a:close/>
                </a:path>
              </a:pathLst>
            </a:cu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8" name="フリーフォーム(F) 7">
              <a:extLst>
                <a:ext uri="{FF2B5EF4-FFF2-40B4-BE49-F238E27FC236}">
                  <a16:creationId xmlns:a16="http://schemas.microsoft.com/office/drawing/2014/main" id="{B26B4526-30F9-2C22-D719-7B3D7B21350D}"/>
                </a:ext>
              </a:extLst>
            </p:cNvPr>
            <p:cNvSpPr/>
            <p:nvPr userDrawn="1"/>
          </p:nvSpPr>
          <p:spPr>
            <a:xfrm rot="20019298">
              <a:off x="9791044" y="89109"/>
              <a:ext cx="3383908" cy="6274506"/>
            </a:xfrm>
            <a:custGeom>
              <a:avLst/>
              <a:gdLst>
                <a:gd name="connsiteX0" fmla="*/ 2598266 w 3383908"/>
                <a:gd name="connsiteY0" fmla="*/ 158202 h 6274506"/>
                <a:gd name="connsiteX1" fmla="*/ 3276633 w 3383908"/>
                <a:gd name="connsiteY1" fmla="*/ 803540 h 6274506"/>
                <a:gd name="connsiteX2" fmla="*/ 3383908 w 3383908"/>
                <a:gd name="connsiteY2" fmla="*/ 974850 h 6274506"/>
                <a:gd name="connsiteX3" fmla="*/ 759470 w 3383908"/>
                <a:gd name="connsiteY3" fmla="*/ 6274506 h 6274506"/>
                <a:gd name="connsiteX4" fmla="*/ 728803 w 3383908"/>
                <a:gd name="connsiteY4" fmla="*/ 6234212 h 6274506"/>
                <a:gd name="connsiteX5" fmla="*/ 0 w 3383908"/>
                <a:gd name="connsiteY5" fmla="*/ 3518876 h 6274506"/>
                <a:gd name="connsiteX6" fmla="*/ 2002718 w 3383908"/>
                <a:gd name="connsiteY6" fmla="*/ 0 h 6274506"/>
                <a:gd name="connsiteX7" fmla="*/ 2598266 w 3383908"/>
                <a:gd name="connsiteY7" fmla="*/ 158202 h 6274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3908" h="6274506">
                  <a:moveTo>
                    <a:pt x="2598266" y="158202"/>
                  </a:moveTo>
                  <a:cubicBezTo>
                    <a:pt x="2849110" y="295288"/>
                    <a:pt x="3078811" y="516690"/>
                    <a:pt x="3276633" y="803540"/>
                  </a:cubicBezTo>
                  <a:lnTo>
                    <a:pt x="3383908" y="974850"/>
                  </a:lnTo>
                  <a:lnTo>
                    <a:pt x="759470" y="6274506"/>
                  </a:lnTo>
                  <a:lnTo>
                    <a:pt x="728803" y="6234212"/>
                  </a:lnTo>
                  <a:cubicBezTo>
                    <a:pt x="283705" y="5588799"/>
                    <a:pt x="0" y="4612051"/>
                    <a:pt x="0" y="3518876"/>
                  </a:cubicBezTo>
                  <a:cubicBezTo>
                    <a:pt x="0" y="1575454"/>
                    <a:pt x="896647" y="0"/>
                    <a:pt x="2002718" y="0"/>
                  </a:cubicBezTo>
                  <a:cubicBezTo>
                    <a:pt x="2210107" y="1"/>
                    <a:pt x="2410133" y="55388"/>
                    <a:pt x="2598266" y="158202"/>
                  </a:cubicBezTo>
                  <a:close/>
                </a:path>
              </a:pathLst>
            </a:cu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grpSp>
      <p:sp>
        <p:nvSpPr>
          <p:cNvPr id="12" name="タイトル 11">
            <a:extLst>
              <a:ext uri="{FF2B5EF4-FFF2-40B4-BE49-F238E27FC236}">
                <a16:creationId xmlns:a16="http://schemas.microsoft.com/office/drawing/2014/main" id="{78514D19-BCE4-63CC-C1FA-5952C7F9B324}"/>
              </a:ext>
            </a:extLst>
          </p:cNvPr>
          <p:cNvSpPr>
            <a:spLocks noGrp="1"/>
          </p:cNvSpPr>
          <p:nvPr>
            <p:ph type="title" hasCustomPrompt="1"/>
          </p:nvPr>
        </p:nvSpPr>
        <p:spPr>
          <a:xfrm>
            <a:off x="400050" y="5750810"/>
            <a:ext cx="8343900" cy="590210"/>
          </a:xfrm>
        </p:spPr>
        <p:txBody>
          <a:bodyPr rtlCol="0" anchor="ctr">
            <a:normAutofit/>
          </a:bodyPr>
          <a:lstStyle>
            <a:lvl1pPr>
              <a:lnSpc>
                <a:spcPct val="120000"/>
              </a:lnSpc>
              <a:defRPr sz="1500">
                <a:latin typeface="Meiryo UI" panose="020B0604030504040204" pitchFamily="34" charset="-128"/>
                <a:ea typeface="Meiryo UI" panose="020B0604030504040204" pitchFamily="34" charset="-128"/>
              </a:defRPr>
            </a:lvl1pPr>
          </a:lstStyle>
          <a:p>
            <a:pPr rtl="0"/>
            <a:r>
              <a:rPr lang="ja"/>
              <a:t>引用文作成者</a:t>
            </a:r>
          </a:p>
        </p:txBody>
      </p:sp>
      <p:sp>
        <p:nvSpPr>
          <p:cNvPr id="7" name="コンテンツ プレースホルダー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400050" y="1439233"/>
            <a:ext cx="6859721" cy="4001145"/>
          </a:xfrm>
        </p:spPr>
        <p:txBody>
          <a:bodyPr rtlCol="0" anchor="ctr">
            <a:normAutofit/>
          </a:bodyPr>
          <a:lstStyle>
            <a:lvl1pPr marL="123444" indent="-123444">
              <a:lnSpc>
                <a:spcPct val="100000"/>
              </a:lnSpc>
              <a:spcBef>
                <a:spcPts val="0"/>
              </a:spcBef>
              <a:buNone/>
              <a:defRPr sz="3600">
                <a:latin typeface="Meiryo UI" panose="020B0604030504040204" pitchFamily="34" charset="-128"/>
                <a:ea typeface="Meiryo UI" panose="020B0604030504040204" pitchFamily="34" charset="-128"/>
              </a:defRPr>
            </a:lvl1pPr>
          </a:lstStyle>
          <a:p>
            <a:pPr lvl="0" rtl="0"/>
            <a:r>
              <a:rPr lang="ja"/>
              <a:t>クリックして引用文を追加</a:t>
            </a:r>
          </a:p>
        </p:txBody>
      </p:sp>
      <p:sp>
        <p:nvSpPr>
          <p:cNvPr id="4" name="フッター プレースホルダー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p>
            <a:pPr rtl="0"/>
            <a:r>
              <a:rPr lang="en-US"/>
              <a:t>2025/11/24</a:t>
            </a:r>
          </a:p>
        </p:txBody>
      </p:sp>
      <p:sp>
        <p:nvSpPr>
          <p:cNvPr id="5" name="スライド番号プレースホルダー 4">
            <a:extLst>
              <a:ext uri="{FF2B5EF4-FFF2-40B4-BE49-F238E27FC236}">
                <a16:creationId xmlns:a16="http://schemas.microsoft.com/office/drawing/2014/main" id="{C6EAECF6-9F03-4C12-4BD4-4E8AE63A4F3A}"/>
              </a:ext>
            </a:extLst>
          </p:cNvPr>
          <p:cNvSpPr>
            <a:spLocks noGrp="1"/>
          </p:cNvSpPr>
          <p:nvPr>
            <p:ph type="sldNum" sz="quarter" idx="12"/>
          </p:nvPr>
        </p:nvSpPr>
        <p:spPr>
          <a:xfrm>
            <a:off x="8360322" y="6343956"/>
            <a:ext cx="383628" cy="365125"/>
          </a:xfrm>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122517260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引用文 6">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2FA0A-1F7B-DD41-ECED-02B60BC46B10}"/>
              </a:ext>
            </a:extLst>
          </p:cNvPr>
          <p:cNvSpPr>
            <a:spLocks noGrp="1"/>
          </p:cNvSpPr>
          <p:nvPr>
            <p:ph type="title" hasCustomPrompt="1"/>
          </p:nvPr>
        </p:nvSpPr>
        <p:spPr>
          <a:xfrm>
            <a:off x="400050" y="5753745"/>
            <a:ext cx="8343900" cy="587277"/>
          </a:xfrm>
        </p:spPr>
        <p:txBody>
          <a:bodyPr rtlCol="0" anchor="ctr">
            <a:normAutofit/>
          </a:bodyPr>
          <a:lstStyle>
            <a:lvl1pPr algn="r">
              <a:lnSpc>
                <a:spcPct val="120000"/>
              </a:lnSpc>
              <a:defRPr sz="1500" b="0" i="0" spc="0">
                <a:solidFill>
                  <a:schemeClr val="tx1"/>
                </a:solidFill>
                <a:latin typeface="Meiryo UI" panose="020B0604030504040204" pitchFamily="34" charset="-128"/>
                <a:ea typeface="Meiryo UI" panose="020B0604030504040204" pitchFamily="34" charset="-128"/>
              </a:defRPr>
            </a:lvl1pPr>
          </a:lstStyle>
          <a:p>
            <a:pPr rtl="0"/>
            <a:r>
              <a:rPr lang="ja"/>
              <a:t>引用文作成者</a:t>
            </a:r>
          </a:p>
        </p:txBody>
      </p:sp>
      <p:sp>
        <p:nvSpPr>
          <p:cNvPr id="7" name="コンテンツ プレースホルダー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400050" y="533401"/>
            <a:ext cx="8343899" cy="4906977"/>
          </a:xfrm>
        </p:spPr>
        <p:txBody>
          <a:bodyPr rtlCol="0" anchor="b">
            <a:normAutofit/>
          </a:bodyPr>
          <a:lstStyle>
            <a:lvl1pPr marL="123444" indent="-123444">
              <a:lnSpc>
                <a:spcPct val="100000"/>
              </a:lnSpc>
              <a:spcBef>
                <a:spcPts val="0"/>
              </a:spcBef>
              <a:buNone/>
              <a:defRPr sz="5400">
                <a:latin typeface="Meiryo UI" panose="020B0604030504040204" pitchFamily="34" charset="-128"/>
                <a:ea typeface="Meiryo UI" panose="020B0604030504040204" pitchFamily="34" charset="-128"/>
              </a:defRPr>
            </a:lvl1pPr>
          </a:lstStyle>
          <a:p>
            <a:pPr lvl="0" rtl="0"/>
            <a:r>
              <a:rPr lang="ja"/>
              <a:t>クリックして引用文を追加</a:t>
            </a:r>
          </a:p>
        </p:txBody>
      </p:sp>
      <p:sp>
        <p:nvSpPr>
          <p:cNvPr id="4" name="フッター プレースホルダー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p>
            <a:pPr rtl="0"/>
            <a:r>
              <a:rPr lang="en-US"/>
              <a:t>2025/11/24</a:t>
            </a:r>
          </a:p>
        </p:txBody>
      </p:sp>
      <p:sp>
        <p:nvSpPr>
          <p:cNvPr id="5" name="スライド番号プレースホルダー 4">
            <a:extLst>
              <a:ext uri="{FF2B5EF4-FFF2-40B4-BE49-F238E27FC236}">
                <a16:creationId xmlns:a16="http://schemas.microsoft.com/office/drawing/2014/main" id="{C6EAECF6-9F03-4C12-4BD4-4E8AE63A4F3A}"/>
              </a:ext>
            </a:extLst>
          </p:cNvPr>
          <p:cNvSpPr>
            <a:spLocks noGrp="1"/>
          </p:cNvSpPr>
          <p:nvPr>
            <p:ph type="sldNum" sz="quarter" idx="12"/>
          </p:nvPr>
        </p:nvSpPr>
        <p:spPr>
          <a:xfrm>
            <a:off x="8360322" y="6343956"/>
            <a:ext cx="383628" cy="365125"/>
          </a:xfrm>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235400183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2 段組">
    <p:bg>
      <p:bgPr>
        <a:solidFill>
          <a:schemeClr val="accent4">
            <a:alpha val="10000"/>
          </a:schemeClr>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F3BB49-A328-F121-7F27-DEB7C3CC2B0F}"/>
              </a:ext>
            </a:extLst>
          </p:cNvPr>
          <p:cNvSpPr>
            <a:spLocks noGrp="1"/>
          </p:cNvSpPr>
          <p:nvPr>
            <p:ph type="title" hasCustomPrompt="1"/>
          </p:nvPr>
        </p:nvSpPr>
        <p:spPr>
          <a:xfrm>
            <a:off x="400050" y="533400"/>
            <a:ext cx="8343900" cy="1147498"/>
          </a:xfrm>
        </p:spPr>
        <p:txBody>
          <a:bodyPr rtlCol="0" anchor="t">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endParaRPr lang="en-US"/>
          </a:p>
        </p:txBody>
      </p:sp>
      <p:sp>
        <p:nvSpPr>
          <p:cNvPr id="4" name="コンテンツ プレースホルダー 3">
            <a:extLst>
              <a:ext uri="{FF2B5EF4-FFF2-40B4-BE49-F238E27FC236}">
                <a16:creationId xmlns:a16="http://schemas.microsoft.com/office/drawing/2014/main" id="{6627D5A5-84C3-7EDE-A8EB-2DE057DE46AB}"/>
              </a:ext>
            </a:extLst>
          </p:cNvPr>
          <p:cNvSpPr>
            <a:spLocks noGrp="1"/>
          </p:cNvSpPr>
          <p:nvPr>
            <p:ph sz="quarter" idx="15" hasCustomPrompt="1"/>
          </p:nvPr>
        </p:nvSpPr>
        <p:spPr>
          <a:xfrm>
            <a:off x="400050" y="1825625"/>
            <a:ext cx="3865721" cy="4518330"/>
          </a:xfrm>
        </p:spPr>
        <p:txBody>
          <a:bodyPr rtlCol="0">
            <a:normAutofit/>
          </a:bodyPr>
          <a:lstStyle>
            <a:lvl1pPr>
              <a:defRPr>
                <a:latin typeface="Meiryo UI" panose="020B0604030504040204" pitchFamily="34" charset="-128"/>
                <a:ea typeface="Meiryo UI" panose="020B0604030504040204" pitchFamily="34" charset="-128"/>
              </a:defRPr>
            </a:lvl1pPr>
            <a:lvl2pPr>
              <a:defRPr>
                <a:latin typeface="Meiryo UI" panose="020B0604030504040204" pitchFamily="34" charset="-128"/>
                <a:ea typeface="Meiryo UI" panose="020B0604030504040204" pitchFamily="34" charset="-128"/>
              </a:defRPr>
            </a:lvl2pPr>
            <a:lvl3pPr>
              <a:defRPr>
                <a:latin typeface="Meiryo UI" panose="020B0604030504040204" pitchFamily="34" charset="-128"/>
                <a:ea typeface="Meiryo UI" panose="020B0604030504040204" pitchFamily="34" charset="-128"/>
              </a:defRPr>
            </a:lvl3pPr>
            <a:lvl4pPr>
              <a:defRPr>
                <a:latin typeface="Meiryo UI" panose="020B0604030504040204" pitchFamily="34" charset="-128"/>
                <a:ea typeface="Meiryo UI" panose="020B0604030504040204" pitchFamily="34" charset="-128"/>
              </a:defRPr>
            </a:lvl4pPr>
            <a:lvl5pPr>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endParaRPr lang="en-US"/>
          </a:p>
        </p:txBody>
      </p:sp>
      <p:sp>
        <p:nvSpPr>
          <p:cNvPr id="10" name="コンテンツ プレースホルダー 9">
            <a:extLst>
              <a:ext uri="{FF2B5EF4-FFF2-40B4-BE49-F238E27FC236}">
                <a16:creationId xmlns:a16="http://schemas.microsoft.com/office/drawing/2014/main" id="{D54150AE-A7C6-D328-35D7-F5B840930E3B}"/>
              </a:ext>
            </a:extLst>
          </p:cNvPr>
          <p:cNvSpPr>
            <a:spLocks noGrp="1"/>
          </p:cNvSpPr>
          <p:nvPr>
            <p:ph sz="quarter" idx="16" hasCustomPrompt="1"/>
          </p:nvPr>
        </p:nvSpPr>
        <p:spPr>
          <a:xfrm>
            <a:off x="4878229" y="1825625"/>
            <a:ext cx="3865721" cy="4518329"/>
          </a:xfrm>
        </p:spPr>
        <p:txBody>
          <a:bodyPr rtlCol="0">
            <a:normAutofit/>
          </a:bodyPr>
          <a:lstStyle>
            <a:lvl1pPr>
              <a:defRPr>
                <a:latin typeface="Meiryo UI" panose="020B0604030504040204" pitchFamily="34" charset="-128"/>
                <a:ea typeface="Meiryo UI" panose="020B0604030504040204" pitchFamily="34" charset="-128"/>
              </a:defRPr>
            </a:lvl1pPr>
            <a:lvl2pPr>
              <a:defRPr>
                <a:latin typeface="Meiryo UI" panose="020B0604030504040204" pitchFamily="34" charset="-128"/>
                <a:ea typeface="Meiryo UI" panose="020B0604030504040204" pitchFamily="34" charset="-128"/>
              </a:defRPr>
            </a:lvl2pPr>
            <a:lvl3pPr>
              <a:defRPr>
                <a:latin typeface="Meiryo UI" panose="020B0604030504040204" pitchFamily="34" charset="-128"/>
                <a:ea typeface="Meiryo UI" panose="020B0604030504040204" pitchFamily="34" charset="-128"/>
              </a:defRPr>
            </a:lvl3pPr>
            <a:lvl4pPr>
              <a:defRPr>
                <a:latin typeface="Meiryo UI" panose="020B0604030504040204" pitchFamily="34" charset="-128"/>
                <a:ea typeface="Meiryo UI" panose="020B0604030504040204" pitchFamily="34" charset="-128"/>
              </a:defRPr>
            </a:lvl4pPr>
            <a:lvl5pPr>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endParaRPr lang="en-US"/>
          </a:p>
        </p:txBody>
      </p:sp>
      <p:sp>
        <p:nvSpPr>
          <p:cNvPr id="6" name="フッター プレースホルダー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5" name="日付プレースホルダー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2025/11/24</a:t>
            </a:r>
          </a:p>
        </p:txBody>
      </p:sp>
      <p:sp>
        <p:nvSpPr>
          <p:cNvPr id="7" name="スライド番号プレースホルダー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377425186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比較">
    <p:bg>
      <p:bgPr>
        <a:solidFill>
          <a:schemeClr val="accent4">
            <a:alpha val="10000"/>
          </a:schemeClr>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FEE969-634D-6E32-D227-18E9282C6F9E}"/>
              </a:ext>
            </a:extLst>
          </p:cNvPr>
          <p:cNvSpPr>
            <a:spLocks noGrp="1"/>
          </p:cNvSpPr>
          <p:nvPr>
            <p:ph type="title" hasCustomPrompt="1"/>
          </p:nvPr>
        </p:nvSpPr>
        <p:spPr>
          <a:xfrm>
            <a:off x="400050" y="533400"/>
            <a:ext cx="8343900" cy="1010304"/>
          </a:xfrm>
        </p:spPr>
        <p:txBody>
          <a:bodyPr rtlCol="0" anchor="t">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endParaRPr lang="en-US"/>
          </a:p>
        </p:txBody>
      </p:sp>
      <p:sp>
        <p:nvSpPr>
          <p:cNvPr id="3" name="テキスト プレースホルダー 2">
            <a:extLst>
              <a:ext uri="{FF2B5EF4-FFF2-40B4-BE49-F238E27FC236}">
                <a16:creationId xmlns:a16="http://schemas.microsoft.com/office/drawing/2014/main" id="{61CD26D4-290A-F0ED-7D62-41EDA6FEC2B9}"/>
              </a:ext>
            </a:extLst>
          </p:cNvPr>
          <p:cNvSpPr>
            <a:spLocks noGrp="1"/>
          </p:cNvSpPr>
          <p:nvPr>
            <p:ph type="body" idx="1" hasCustomPrompt="1"/>
          </p:nvPr>
        </p:nvSpPr>
        <p:spPr>
          <a:xfrm>
            <a:off x="400050" y="1685735"/>
            <a:ext cx="3863340" cy="559834"/>
          </a:xfrm>
        </p:spPr>
        <p:txBody>
          <a:bodyPr rtlCol="0" anchor="b">
            <a:normAutofit/>
          </a:bodyPr>
          <a:lstStyle>
            <a:lvl1pPr marL="0" indent="0">
              <a:lnSpc>
                <a:spcPct val="90000"/>
              </a:lnSpc>
              <a:buNone/>
              <a:defRPr sz="1200" b="1" i="0" cap="all" baseline="0">
                <a:latin typeface="Meiryo UI" panose="020B0604030504040204" pitchFamily="34" charset="-128"/>
                <a:ea typeface="Meiryo UI" panose="020B0604030504040204" pitchFamily="34" charset="-128"/>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ja"/>
              <a:t>クリックしてマスター テキストのスタイルを編集</a:t>
            </a:r>
          </a:p>
        </p:txBody>
      </p:sp>
      <p:sp>
        <p:nvSpPr>
          <p:cNvPr id="6" name="コンテンツ プレースホルダー 5">
            <a:extLst>
              <a:ext uri="{FF2B5EF4-FFF2-40B4-BE49-F238E27FC236}">
                <a16:creationId xmlns:a16="http://schemas.microsoft.com/office/drawing/2014/main" id="{5776AAF7-C632-FCD0-6A60-E0EA4A52F229}"/>
              </a:ext>
            </a:extLst>
          </p:cNvPr>
          <p:cNvSpPr>
            <a:spLocks noGrp="1"/>
          </p:cNvSpPr>
          <p:nvPr>
            <p:ph sz="quarter" idx="15" hasCustomPrompt="1"/>
          </p:nvPr>
        </p:nvSpPr>
        <p:spPr>
          <a:xfrm>
            <a:off x="400050" y="2387600"/>
            <a:ext cx="3863340" cy="3956354"/>
          </a:xfrm>
        </p:spPr>
        <p:txBody>
          <a:bodyPr rtlCol="0">
            <a:normAutofit/>
          </a:bodyPr>
          <a:lstStyle>
            <a:lvl1pPr>
              <a:defRPr>
                <a:latin typeface="Meiryo UI" panose="020B0604030504040204" pitchFamily="34" charset="-128"/>
                <a:ea typeface="Meiryo UI" panose="020B0604030504040204" pitchFamily="34" charset="-128"/>
              </a:defRPr>
            </a:lvl1pPr>
            <a:lvl2pPr>
              <a:defRPr>
                <a:latin typeface="Meiryo UI" panose="020B0604030504040204" pitchFamily="34" charset="-128"/>
                <a:ea typeface="Meiryo UI" panose="020B0604030504040204" pitchFamily="34" charset="-128"/>
              </a:defRPr>
            </a:lvl2pPr>
            <a:lvl3pPr>
              <a:defRPr>
                <a:latin typeface="Meiryo UI" panose="020B0604030504040204" pitchFamily="34" charset="-128"/>
                <a:ea typeface="Meiryo UI" panose="020B0604030504040204" pitchFamily="34" charset="-128"/>
              </a:defRPr>
            </a:lvl3pPr>
            <a:lvl4pPr>
              <a:defRPr>
                <a:latin typeface="Meiryo UI" panose="020B0604030504040204" pitchFamily="34" charset="-128"/>
                <a:ea typeface="Meiryo UI" panose="020B0604030504040204" pitchFamily="34" charset="-128"/>
              </a:defRPr>
            </a:lvl4pPr>
            <a:lvl5pPr>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endParaRPr lang="en-US"/>
          </a:p>
        </p:txBody>
      </p:sp>
      <p:sp>
        <p:nvSpPr>
          <p:cNvPr id="5" name="テキスト プレースホルダー 4">
            <a:extLst>
              <a:ext uri="{FF2B5EF4-FFF2-40B4-BE49-F238E27FC236}">
                <a16:creationId xmlns:a16="http://schemas.microsoft.com/office/drawing/2014/main" id="{06536620-C4F3-EEC3-DBF1-05196B1CBB55}"/>
              </a:ext>
            </a:extLst>
          </p:cNvPr>
          <p:cNvSpPr>
            <a:spLocks noGrp="1"/>
          </p:cNvSpPr>
          <p:nvPr>
            <p:ph type="body" sz="quarter" idx="3" hasCustomPrompt="1"/>
          </p:nvPr>
        </p:nvSpPr>
        <p:spPr>
          <a:xfrm>
            <a:off x="4880610" y="1685735"/>
            <a:ext cx="3863340" cy="559834"/>
          </a:xfrm>
        </p:spPr>
        <p:txBody>
          <a:bodyPr rtlCol="0" anchor="b">
            <a:normAutofit/>
          </a:bodyPr>
          <a:lstStyle>
            <a:lvl1pPr marL="0" indent="0">
              <a:lnSpc>
                <a:spcPct val="90000"/>
              </a:lnSpc>
              <a:buNone/>
              <a:defRPr sz="1200" b="1" i="0" cap="all" baseline="0">
                <a:latin typeface="Meiryo UI" panose="020B0604030504040204" pitchFamily="34" charset="-128"/>
                <a:ea typeface="Meiryo UI" panose="020B0604030504040204" pitchFamily="34" charset="-128"/>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ja"/>
              <a:t>クリックしてマスター テキストのスタイルを編集</a:t>
            </a:r>
          </a:p>
        </p:txBody>
      </p:sp>
      <p:sp>
        <p:nvSpPr>
          <p:cNvPr id="12" name="コンテンツ プレースホルダー 11">
            <a:extLst>
              <a:ext uri="{FF2B5EF4-FFF2-40B4-BE49-F238E27FC236}">
                <a16:creationId xmlns:a16="http://schemas.microsoft.com/office/drawing/2014/main" id="{CD998360-6973-27D8-8B08-ACAE10572B32}"/>
              </a:ext>
            </a:extLst>
          </p:cNvPr>
          <p:cNvSpPr>
            <a:spLocks noGrp="1"/>
          </p:cNvSpPr>
          <p:nvPr>
            <p:ph sz="quarter" idx="16" hasCustomPrompt="1"/>
          </p:nvPr>
        </p:nvSpPr>
        <p:spPr>
          <a:xfrm>
            <a:off x="4880610" y="2387600"/>
            <a:ext cx="3863340" cy="3956355"/>
          </a:xfrm>
        </p:spPr>
        <p:txBody>
          <a:bodyPr rtlCol="0">
            <a:normAutofit/>
          </a:bodyPr>
          <a:lstStyle>
            <a:lvl1pPr>
              <a:defRPr>
                <a:latin typeface="Meiryo UI" panose="020B0604030504040204" pitchFamily="34" charset="-128"/>
                <a:ea typeface="Meiryo UI" panose="020B0604030504040204" pitchFamily="34" charset="-128"/>
              </a:defRPr>
            </a:lvl1pPr>
            <a:lvl2pPr>
              <a:defRPr>
                <a:latin typeface="Meiryo UI" panose="020B0604030504040204" pitchFamily="34" charset="-128"/>
                <a:ea typeface="Meiryo UI" panose="020B0604030504040204" pitchFamily="34" charset="-128"/>
              </a:defRPr>
            </a:lvl2pPr>
            <a:lvl3pPr>
              <a:defRPr>
                <a:latin typeface="Meiryo UI" panose="020B0604030504040204" pitchFamily="34" charset="-128"/>
                <a:ea typeface="Meiryo UI" panose="020B0604030504040204" pitchFamily="34" charset="-128"/>
              </a:defRPr>
            </a:lvl3pPr>
            <a:lvl4pPr>
              <a:defRPr>
                <a:latin typeface="Meiryo UI" panose="020B0604030504040204" pitchFamily="34" charset="-128"/>
                <a:ea typeface="Meiryo UI" panose="020B0604030504040204" pitchFamily="34" charset="-128"/>
              </a:defRPr>
            </a:lvl4pPr>
            <a:lvl5pPr>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endParaRPr lang="en-US"/>
          </a:p>
        </p:txBody>
      </p:sp>
      <p:sp>
        <p:nvSpPr>
          <p:cNvPr id="8" name="フッター プレースホルダー 7">
            <a:extLst>
              <a:ext uri="{FF2B5EF4-FFF2-40B4-BE49-F238E27FC236}">
                <a16:creationId xmlns:a16="http://schemas.microsoft.com/office/drawing/2014/main" id="{949D76D8-9033-26CF-BF4C-AECCC685C177}"/>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7" name="日付プレースホルダー 6">
            <a:extLst>
              <a:ext uri="{FF2B5EF4-FFF2-40B4-BE49-F238E27FC236}">
                <a16:creationId xmlns:a16="http://schemas.microsoft.com/office/drawing/2014/main" id="{4E3B3581-658A-8487-F9CB-E79F2BFF27E4}"/>
              </a:ext>
            </a:extLst>
          </p:cNvPr>
          <p:cNvSpPr>
            <a:spLocks noGrp="1"/>
          </p:cNvSpPr>
          <p:nvPr>
            <p:ph type="dt" sz="half" idx="10"/>
          </p:nvPr>
        </p:nvSpPr>
        <p:spPr/>
        <p:txBody>
          <a:bodyPr rtlCol="0"/>
          <a:lstStyle/>
          <a:p>
            <a:pPr rtl="0"/>
            <a:r>
              <a:rPr lang="en-US"/>
              <a:t>2025/11/24</a:t>
            </a:r>
          </a:p>
        </p:txBody>
      </p:sp>
      <p:sp>
        <p:nvSpPr>
          <p:cNvPr id="9" name="スライド番号プレースホルダー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389043587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タイトルのみ">
    <p:bg>
      <p:bgPr>
        <a:solidFill>
          <a:schemeClr val="accent4">
            <a:alpha val="10000"/>
          </a:schemeClr>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6A9F42-7FF7-F803-C075-BC4968D35E34}"/>
              </a:ext>
            </a:extLst>
          </p:cNvPr>
          <p:cNvSpPr>
            <a:spLocks noGrp="1"/>
          </p:cNvSpPr>
          <p:nvPr>
            <p:ph type="title" hasCustomPrompt="1"/>
          </p:nvPr>
        </p:nvSpPr>
        <p:spPr>
          <a:xfrm>
            <a:off x="400050" y="533400"/>
            <a:ext cx="8343900" cy="1039368"/>
          </a:xfrm>
        </p:spPr>
        <p:txBody>
          <a:bodyPr rtlCol="0" anchor="t">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endParaRPr lang="en-US"/>
          </a:p>
        </p:txBody>
      </p:sp>
      <p:sp>
        <p:nvSpPr>
          <p:cNvPr id="4" name="フッター プレースホルダー 3">
            <a:extLst>
              <a:ext uri="{FF2B5EF4-FFF2-40B4-BE49-F238E27FC236}">
                <a16:creationId xmlns:a16="http://schemas.microsoft.com/office/drawing/2014/main" id="{6B968DDD-323F-89A1-84E3-DDBA626D9386}"/>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E89E8268-7232-2944-F1BD-399F9419B563}"/>
              </a:ext>
            </a:extLst>
          </p:cNvPr>
          <p:cNvSpPr>
            <a:spLocks noGrp="1"/>
          </p:cNvSpPr>
          <p:nvPr>
            <p:ph type="dt" sz="half" idx="10"/>
          </p:nvPr>
        </p:nvSpPr>
        <p:spPr/>
        <p:txBody>
          <a:bodyPr rtlCol="0"/>
          <a:lstStyle/>
          <a:p>
            <a:pPr rtl="0"/>
            <a:r>
              <a:rPr lang="en-US"/>
              <a:t>2025/11/24</a:t>
            </a:r>
          </a:p>
        </p:txBody>
      </p:sp>
      <p:sp>
        <p:nvSpPr>
          <p:cNvPr id="5" name="スライド番号プレースホルダー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15700373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空欄">
    <p:bg>
      <p:bgPr>
        <a:solidFill>
          <a:schemeClr val="accent4">
            <a:alpha val="10000"/>
          </a:schemeClr>
        </a:solidFill>
        <a:effectLst/>
      </p:bgPr>
    </p:bg>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10EAA6C9-A7F3-19F1-D17C-A1D83FAF553F}"/>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2" name="日付プレースホルダー 1">
            <a:extLst>
              <a:ext uri="{FF2B5EF4-FFF2-40B4-BE49-F238E27FC236}">
                <a16:creationId xmlns:a16="http://schemas.microsoft.com/office/drawing/2014/main" id="{49BC4D82-0182-501C-9231-46767680476E}"/>
              </a:ext>
            </a:extLst>
          </p:cNvPr>
          <p:cNvSpPr>
            <a:spLocks noGrp="1"/>
          </p:cNvSpPr>
          <p:nvPr>
            <p:ph type="dt" sz="half" idx="10"/>
          </p:nvPr>
        </p:nvSpPr>
        <p:spPr/>
        <p:txBody>
          <a:bodyPr rtlCol="0"/>
          <a:lstStyle/>
          <a:p>
            <a:pPr rtl="0"/>
            <a:r>
              <a:rPr lang="en-US"/>
              <a:t>2025/11/24</a:t>
            </a:r>
          </a:p>
        </p:txBody>
      </p:sp>
      <p:sp>
        <p:nvSpPr>
          <p:cNvPr id="4" name="スライド番号プレースホルダー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349877398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キャプション付きのコンテンツ">
    <p:bg>
      <p:bgPr>
        <a:solidFill>
          <a:schemeClr val="accent4">
            <a:alpha val="10000"/>
          </a:schemeClr>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50C37F-77BE-E128-4248-D001C39E79C6}"/>
              </a:ext>
            </a:extLst>
          </p:cNvPr>
          <p:cNvSpPr>
            <a:spLocks noGrp="1"/>
          </p:cNvSpPr>
          <p:nvPr>
            <p:ph type="title" hasCustomPrompt="1"/>
          </p:nvPr>
        </p:nvSpPr>
        <p:spPr>
          <a:xfrm>
            <a:off x="400050" y="533401"/>
            <a:ext cx="2756162" cy="1777721"/>
          </a:xfrm>
        </p:spPr>
        <p:txBody>
          <a:bodyPr rtlCol="0" anchor="t">
            <a:normAutofit/>
          </a:bodyPr>
          <a:lstStyle>
            <a:lvl1pPr>
              <a:defRPr sz="2100">
                <a:latin typeface="Meiryo UI" panose="020B0604030504040204" pitchFamily="34" charset="-128"/>
                <a:ea typeface="Meiryo UI" panose="020B0604030504040204" pitchFamily="34" charset="-128"/>
              </a:defRPr>
            </a:lvl1pPr>
          </a:lstStyle>
          <a:p>
            <a:pPr rtl="0"/>
            <a:r>
              <a:rPr lang="ja"/>
              <a:t>マスター タイトルの書式設定</a:t>
            </a:r>
            <a:endParaRPr lang="en-US"/>
          </a:p>
        </p:txBody>
      </p:sp>
      <p:sp>
        <p:nvSpPr>
          <p:cNvPr id="4" name="テキスト プレースホルダー 3">
            <a:extLst>
              <a:ext uri="{FF2B5EF4-FFF2-40B4-BE49-F238E27FC236}">
                <a16:creationId xmlns:a16="http://schemas.microsoft.com/office/drawing/2014/main" id="{EC0EEBFB-2026-6A35-33ED-F008376B67A0}"/>
              </a:ext>
            </a:extLst>
          </p:cNvPr>
          <p:cNvSpPr>
            <a:spLocks noGrp="1"/>
          </p:cNvSpPr>
          <p:nvPr>
            <p:ph type="body" sz="half" idx="2" hasCustomPrompt="1"/>
          </p:nvPr>
        </p:nvSpPr>
        <p:spPr>
          <a:xfrm>
            <a:off x="400050" y="2590800"/>
            <a:ext cx="2756162" cy="3713584"/>
          </a:xfrm>
        </p:spPr>
        <p:txBody>
          <a:bodyPr rtlCol="0" anchor="t">
            <a:normAutofit/>
          </a:bodyPr>
          <a:lstStyle>
            <a:lvl1pPr marL="0" indent="0">
              <a:buNone/>
              <a:defRPr sz="1200">
                <a:latin typeface="Meiryo UI" panose="020B0604030504040204" pitchFamily="34" charset="-128"/>
                <a:ea typeface="Meiryo UI" panose="020B0604030504040204" pitchFamily="34" charset="-128"/>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rtl="0"/>
            <a:r>
              <a:rPr lang="ja"/>
              <a:t>クリックしてマスター テキストのスタイルを編集</a:t>
            </a:r>
          </a:p>
        </p:txBody>
      </p:sp>
      <p:sp>
        <p:nvSpPr>
          <p:cNvPr id="3" name="コンテンツ プレースホルダー 2">
            <a:extLst>
              <a:ext uri="{FF2B5EF4-FFF2-40B4-BE49-F238E27FC236}">
                <a16:creationId xmlns:a16="http://schemas.microsoft.com/office/drawing/2014/main" id="{2F3B20A8-A604-C977-02C0-083BA8663484}"/>
              </a:ext>
            </a:extLst>
          </p:cNvPr>
          <p:cNvSpPr>
            <a:spLocks noGrp="1"/>
          </p:cNvSpPr>
          <p:nvPr>
            <p:ph idx="1" hasCustomPrompt="1"/>
          </p:nvPr>
        </p:nvSpPr>
        <p:spPr>
          <a:xfrm>
            <a:off x="3851031" y="533401"/>
            <a:ext cx="4892919" cy="5775324"/>
          </a:xfrm>
        </p:spPr>
        <p:txBody>
          <a:bodyPr vert="horz" lIns="91440" tIns="45720" rIns="91440" bIns="45720" rtlCol="0">
            <a:normAutofit/>
          </a:bodyPr>
          <a:lstStyle>
            <a:lvl1pPr>
              <a:defRPr lang="en-US" dirty="0">
                <a:latin typeface="Meiryo UI" panose="020B0604030504040204" pitchFamily="34" charset="-128"/>
                <a:ea typeface="Meiryo UI" panose="020B0604030504040204" pitchFamily="34" charset="-128"/>
              </a:defRPr>
            </a:lvl1pPr>
            <a:lvl2pPr>
              <a:defRPr lang="en-US" dirty="0">
                <a:latin typeface="Meiryo UI" panose="020B0604030504040204" pitchFamily="34" charset="-128"/>
                <a:ea typeface="Meiryo UI" panose="020B0604030504040204" pitchFamily="34" charset="-128"/>
              </a:defRPr>
            </a:lvl2pPr>
            <a:lvl3pPr>
              <a:defRPr lang="en-US" dirty="0">
                <a:latin typeface="Meiryo UI" panose="020B0604030504040204" pitchFamily="34" charset="-128"/>
                <a:ea typeface="Meiryo UI" panose="020B0604030504040204" pitchFamily="34" charset="-128"/>
              </a:defRPr>
            </a:lvl3pPr>
            <a:lvl4pPr>
              <a:defRPr lang="en-US" dirty="0">
                <a:latin typeface="Meiryo UI" panose="020B0604030504040204" pitchFamily="34" charset="-128"/>
                <a:ea typeface="Meiryo UI" panose="020B0604030504040204" pitchFamily="34" charset="-128"/>
              </a:defRPr>
            </a:lvl4pPr>
            <a:lvl5pPr>
              <a:defRPr lang="en-US" dirty="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endParaRPr lang="en-US"/>
          </a:p>
        </p:txBody>
      </p:sp>
      <p:sp>
        <p:nvSpPr>
          <p:cNvPr id="6" name="フッター プレースホルダー 5">
            <a:extLst>
              <a:ext uri="{FF2B5EF4-FFF2-40B4-BE49-F238E27FC236}">
                <a16:creationId xmlns:a16="http://schemas.microsoft.com/office/drawing/2014/main" id="{9C85A215-184B-2105-0279-ED02F6445831}"/>
              </a:ext>
            </a:extLst>
          </p:cNvPr>
          <p:cNvSpPr>
            <a:spLocks noGrp="1"/>
          </p:cNvSpPr>
          <p:nvPr>
            <p:ph type="ftr" sz="quarter" idx="11"/>
          </p:nvPr>
        </p:nvSpPr>
        <p:spPr>
          <a:xfrm>
            <a:off x="400050" y="6343956"/>
            <a:ext cx="2163489"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5" name="日付プレースホルダー 4">
            <a:extLst>
              <a:ext uri="{FF2B5EF4-FFF2-40B4-BE49-F238E27FC236}">
                <a16:creationId xmlns:a16="http://schemas.microsoft.com/office/drawing/2014/main" id="{93F05638-7A56-469A-825A-1DFA600254C8}"/>
              </a:ext>
            </a:extLst>
          </p:cNvPr>
          <p:cNvSpPr>
            <a:spLocks noGrp="1"/>
          </p:cNvSpPr>
          <p:nvPr>
            <p:ph type="dt" sz="half" idx="10"/>
          </p:nvPr>
        </p:nvSpPr>
        <p:spPr/>
        <p:txBody>
          <a:bodyPr rtlCol="0"/>
          <a:lstStyle/>
          <a:p>
            <a:pPr rtl="0"/>
            <a:r>
              <a:rPr lang="en-US"/>
              <a:t>2025/11/24</a:t>
            </a:r>
          </a:p>
        </p:txBody>
      </p:sp>
      <p:sp>
        <p:nvSpPr>
          <p:cNvPr id="7" name="スライド番号プレースホルダー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202540130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キャプション付きの図">
    <p:bg>
      <p:bgPr>
        <a:solidFill>
          <a:schemeClr val="accent4">
            <a:alpha val="10000"/>
          </a:schemeClr>
        </a:solidFill>
        <a:effectLst/>
      </p:bgPr>
    </p:bg>
    <p:spTree>
      <p:nvGrpSpPr>
        <p:cNvPr id="1" name=""/>
        <p:cNvGrpSpPr/>
        <p:nvPr/>
      </p:nvGrpSpPr>
      <p:grpSpPr>
        <a:xfrm>
          <a:off x="0" y="0"/>
          <a:ext cx="0" cy="0"/>
          <a:chOff x="0" y="0"/>
          <a:chExt cx="0" cy="0"/>
        </a:xfrm>
      </p:grpSpPr>
      <p:grpSp>
        <p:nvGrpSpPr>
          <p:cNvPr id="17" name="グループ 16">
            <a:extLst>
              <a:ext uri="{FF2B5EF4-FFF2-40B4-BE49-F238E27FC236}">
                <a16:creationId xmlns:a16="http://schemas.microsoft.com/office/drawing/2014/main" id="{5E53D624-ABA6-9A76-4FD0-F52528F4F020}"/>
              </a:ext>
            </a:extLst>
          </p:cNvPr>
          <p:cNvGrpSpPr/>
          <p:nvPr userDrawn="1"/>
        </p:nvGrpSpPr>
        <p:grpSpPr>
          <a:xfrm>
            <a:off x="114300" y="-88436"/>
            <a:ext cx="3698159" cy="7037751"/>
            <a:chOff x="152400" y="-88436"/>
            <a:chExt cx="4930878" cy="7037751"/>
          </a:xfrm>
          <a:solidFill>
            <a:schemeClr val="accent4">
              <a:lumMod val="20000"/>
              <a:lumOff val="80000"/>
            </a:schemeClr>
          </a:solidFill>
        </p:grpSpPr>
        <p:sp>
          <p:nvSpPr>
            <p:cNvPr id="16" name="フリーフォーム(F) 15">
              <a:extLst>
                <a:ext uri="{FF2B5EF4-FFF2-40B4-BE49-F238E27FC236}">
                  <a16:creationId xmlns:a16="http://schemas.microsoft.com/office/drawing/2014/main" id="{1C7F4416-DA31-6B8D-9A61-330FE71D8211}"/>
                </a:ext>
              </a:extLst>
            </p:cNvPr>
            <p:cNvSpPr/>
            <p:nvPr/>
          </p:nvSpPr>
          <p:spPr>
            <a:xfrm flipH="1" flipV="1">
              <a:off x="152400" y="1452255"/>
              <a:ext cx="677014" cy="3975104"/>
            </a:xfrm>
            <a:custGeom>
              <a:avLst/>
              <a:gdLst>
                <a:gd name="connsiteX0" fmla="*/ 677014 w 677014"/>
                <a:gd name="connsiteY0" fmla="*/ 3975104 h 3975104"/>
                <a:gd name="connsiteX1" fmla="*/ 558842 w 677014"/>
                <a:gd name="connsiteY1" fmla="*/ 3817074 h 3975104"/>
                <a:gd name="connsiteX2" fmla="*/ 0 w 677014"/>
                <a:gd name="connsiteY2" fmla="*/ 1987552 h 3975104"/>
                <a:gd name="connsiteX3" fmla="*/ 558842 w 677014"/>
                <a:gd name="connsiteY3" fmla="*/ 158030 h 3975104"/>
                <a:gd name="connsiteX4" fmla="*/ 677014 w 677014"/>
                <a:gd name="connsiteY4" fmla="*/ 0 h 3975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014" h="3975104">
                  <a:moveTo>
                    <a:pt x="677014" y="3975104"/>
                  </a:moveTo>
                  <a:lnTo>
                    <a:pt x="558842" y="3817074"/>
                  </a:lnTo>
                  <a:cubicBezTo>
                    <a:pt x="206018" y="3294826"/>
                    <a:pt x="0" y="2665248"/>
                    <a:pt x="0" y="1987552"/>
                  </a:cubicBezTo>
                  <a:cubicBezTo>
                    <a:pt x="0" y="1309856"/>
                    <a:pt x="206018" y="680278"/>
                    <a:pt x="558842" y="158030"/>
                  </a:cubicBezTo>
                  <a:lnTo>
                    <a:pt x="677014"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11" name="円/楕円 10">
              <a:extLst>
                <a:ext uri="{FF2B5EF4-FFF2-40B4-BE49-F238E27FC236}">
                  <a16:creationId xmlns:a16="http://schemas.microsoft.com/office/drawing/2014/main" id="{2A8EC14B-1023-C20C-B6F8-494ABC6AF491}"/>
                </a:ext>
              </a:extLst>
            </p:cNvPr>
            <p:cNvSpPr/>
            <p:nvPr/>
          </p:nvSpPr>
          <p:spPr>
            <a:xfrm rot="20019298" flipH="1" flipV="1">
              <a:off x="1077843"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
        <p:nvSpPr>
          <p:cNvPr id="2" name="タイトル 1">
            <a:extLst>
              <a:ext uri="{FF2B5EF4-FFF2-40B4-BE49-F238E27FC236}">
                <a16:creationId xmlns:a16="http://schemas.microsoft.com/office/drawing/2014/main" id="{EFB06A09-98CF-FAC2-3708-AECC4360C651}"/>
              </a:ext>
            </a:extLst>
          </p:cNvPr>
          <p:cNvSpPr>
            <a:spLocks noGrp="1"/>
          </p:cNvSpPr>
          <p:nvPr>
            <p:ph type="title" hasCustomPrompt="1"/>
          </p:nvPr>
        </p:nvSpPr>
        <p:spPr>
          <a:xfrm>
            <a:off x="400050" y="533401"/>
            <a:ext cx="2756162" cy="1786467"/>
          </a:xfrm>
        </p:spPr>
        <p:txBody>
          <a:bodyPr rtlCol="0" anchor="t">
            <a:normAutofit/>
          </a:bodyPr>
          <a:lstStyle>
            <a:lvl1pPr>
              <a:defRPr sz="21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4" name="テキスト プレースホルダー 3">
            <a:extLst>
              <a:ext uri="{FF2B5EF4-FFF2-40B4-BE49-F238E27FC236}">
                <a16:creationId xmlns:a16="http://schemas.microsoft.com/office/drawing/2014/main" id="{F32C4A61-EF2A-C5A5-B150-4448600B3937}"/>
              </a:ext>
            </a:extLst>
          </p:cNvPr>
          <p:cNvSpPr>
            <a:spLocks noGrp="1"/>
          </p:cNvSpPr>
          <p:nvPr>
            <p:ph type="body" sz="half" idx="2" hasCustomPrompt="1"/>
          </p:nvPr>
        </p:nvSpPr>
        <p:spPr>
          <a:xfrm>
            <a:off x="392514" y="2826137"/>
            <a:ext cx="2756162" cy="3517818"/>
          </a:xfrm>
        </p:spPr>
        <p:txBody>
          <a:bodyPr rtlCol="0" anchor="b">
            <a:normAutofit/>
          </a:bodyPr>
          <a:lstStyle>
            <a:lvl1pPr marL="0" indent="0">
              <a:buNone/>
              <a:defRPr sz="1200">
                <a:latin typeface="Meiryo UI" panose="020B0604030504040204" pitchFamily="34" charset="-128"/>
                <a:ea typeface="Meiryo UI" panose="020B0604030504040204" pitchFamily="34" charset="-128"/>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rtl="0"/>
            <a:r>
              <a:rPr lang="ja"/>
              <a:t>クリックしてマスター テキストのスタイルを編集</a:t>
            </a:r>
          </a:p>
        </p:txBody>
      </p:sp>
      <p:sp>
        <p:nvSpPr>
          <p:cNvPr id="14" name="図プレースホルダー 13">
            <a:extLst>
              <a:ext uri="{FF2B5EF4-FFF2-40B4-BE49-F238E27FC236}">
                <a16:creationId xmlns:a16="http://schemas.microsoft.com/office/drawing/2014/main" id="{08E00222-4A7B-B1D4-4FC3-0448371AAF35}"/>
              </a:ext>
            </a:extLst>
          </p:cNvPr>
          <p:cNvSpPr>
            <a:spLocks noGrp="1"/>
          </p:cNvSpPr>
          <p:nvPr>
            <p:ph type="pic" sz="quarter" idx="13" hasCustomPrompt="1"/>
          </p:nvPr>
        </p:nvSpPr>
        <p:spPr>
          <a:xfrm>
            <a:off x="4005363" y="167600"/>
            <a:ext cx="5034454" cy="6541480"/>
          </a:xfrm>
          <a:custGeom>
            <a:avLst/>
            <a:gdLst>
              <a:gd name="connsiteX0" fmla="*/ 3223019 w 6712605"/>
              <a:gd name="connsiteY0" fmla="*/ 0 h 6541480"/>
              <a:gd name="connsiteX1" fmla="*/ 3263431 w 6712605"/>
              <a:gd name="connsiteY1" fmla="*/ 0 h 6541480"/>
              <a:gd name="connsiteX2" fmla="*/ 6712605 w 6712605"/>
              <a:gd name="connsiteY2" fmla="*/ 0 h 6541480"/>
              <a:gd name="connsiteX3" fmla="*/ 6712605 w 6712605"/>
              <a:gd name="connsiteY3" fmla="*/ 6541480 h 6541480"/>
              <a:gd name="connsiteX4" fmla="*/ 3205364 w 6712605"/>
              <a:gd name="connsiteY4" fmla="*/ 6541480 h 6541480"/>
              <a:gd name="connsiteX5" fmla="*/ 2928866 w 6712605"/>
              <a:gd name="connsiteY5" fmla="*/ 6527518 h 6541480"/>
              <a:gd name="connsiteX6" fmla="*/ 6088 w 6712605"/>
              <a:gd name="connsiteY6" fmla="*/ 3586126 h 6541480"/>
              <a:gd name="connsiteX7" fmla="*/ 0 w 6712605"/>
              <a:gd name="connsiteY7" fmla="*/ 3457557 h 6541480"/>
              <a:gd name="connsiteX8" fmla="*/ 0 w 6712605"/>
              <a:gd name="connsiteY8" fmla="*/ 3086856 h 6541480"/>
              <a:gd name="connsiteX9" fmla="*/ 6088 w 6712605"/>
              <a:gd name="connsiteY9" fmla="*/ 2958287 h 6541480"/>
              <a:gd name="connsiteX10" fmla="*/ 2928866 w 6712605"/>
              <a:gd name="connsiteY10" fmla="*/ 16894 h 6541480"/>
              <a:gd name="connsiteX11" fmla="*/ 3223019 w 6712605"/>
              <a:gd name="connsiteY11" fmla="*/ 2040 h 6541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12605" h="6541480">
                <a:moveTo>
                  <a:pt x="3223019" y="0"/>
                </a:moveTo>
                <a:lnTo>
                  <a:pt x="3263431" y="0"/>
                </a:lnTo>
                <a:lnTo>
                  <a:pt x="6712605" y="0"/>
                </a:lnTo>
                <a:lnTo>
                  <a:pt x="6712605" y="6541480"/>
                </a:lnTo>
                <a:lnTo>
                  <a:pt x="3205364" y="6541480"/>
                </a:lnTo>
                <a:lnTo>
                  <a:pt x="2928866" y="6527518"/>
                </a:lnTo>
                <a:cubicBezTo>
                  <a:pt x="1381962" y="6370422"/>
                  <a:pt x="153592" y="5135845"/>
                  <a:pt x="6088" y="3586126"/>
                </a:cubicBezTo>
                <a:lnTo>
                  <a:pt x="0" y="3457557"/>
                </a:lnTo>
                <a:lnTo>
                  <a:pt x="0" y="3086856"/>
                </a:lnTo>
                <a:lnTo>
                  <a:pt x="6088" y="2958287"/>
                </a:lnTo>
                <a:cubicBezTo>
                  <a:pt x="153592" y="1408567"/>
                  <a:pt x="1381962" y="173990"/>
                  <a:pt x="2928866" y="16894"/>
                </a:cubicBezTo>
                <a:lnTo>
                  <a:pt x="3223019" y="2040"/>
                </a:lnTo>
                <a:close/>
              </a:path>
            </a:pathLst>
          </a:custGeom>
          <a:blipFill dpi="0" rotWithShape="1">
            <a:blip r:embed="rId2">
              <a:alphaModFix amt="60000"/>
            </a:blip>
            <a:srcRect/>
            <a:stretch>
              <a:fillRect/>
            </a:stretch>
          </a:blipFill>
        </p:spPr>
        <p:txBody>
          <a:bodyPr wrap="square" rtlCol="0">
            <a:normAutofit/>
          </a:bodyPr>
          <a:lstStyle>
            <a:lvl1pPr>
              <a:buNone/>
              <a:defRPr>
                <a:latin typeface="Meiryo UI" panose="020B0604030504040204" pitchFamily="34" charset="-128"/>
                <a:ea typeface="Meiryo UI" panose="020B0604030504040204" pitchFamily="34" charset="-128"/>
              </a:defRPr>
            </a:lvl1pPr>
          </a:lstStyle>
          <a:p>
            <a:pPr rtl="0"/>
            <a:r>
              <a:rPr lang="ja"/>
              <a:t>   </a:t>
            </a:r>
          </a:p>
        </p:txBody>
      </p:sp>
      <p:sp>
        <p:nvSpPr>
          <p:cNvPr id="6" name="フッター プレースホルダー 5">
            <a:extLst>
              <a:ext uri="{FF2B5EF4-FFF2-40B4-BE49-F238E27FC236}">
                <a16:creationId xmlns:a16="http://schemas.microsoft.com/office/drawing/2014/main" id="{7FDC75DA-9A78-9AB9-7171-95A08CC51C56}"/>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5" name="日付プレースホルダー 4">
            <a:extLst>
              <a:ext uri="{FF2B5EF4-FFF2-40B4-BE49-F238E27FC236}">
                <a16:creationId xmlns:a16="http://schemas.microsoft.com/office/drawing/2014/main" id="{920B235E-39C7-4C78-20EF-DB48ECD9CB90}"/>
              </a:ext>
            </a:extLst>
          </p:cNvPr>
          <p:cNvSpPr>
            <a:spLocks noGrp="1"/>
          </p:cNvSpPr>
          <p:nvPr>
            <p:ph type="dt" sz="half" idx="10"/>
          </p:nvPr>
        </p:nvSpPr>
        <p:spPr/>
        <p:txBody>
          <a:bodyPr rtlCol="0"/>
          <a:lstStyle/>
          <a:p>
            <a:pPr rtl="0"/>
            <a:r>
              <a:rPr lang="en-US"/>
              <a:t>2025/11/24</a:t>
            </a:r>
          </a:p>
        </p:txBody>
      </p:sp>
      <p:sp>
        <p:nvSpPr>
          <p:cNvPr id="7" name="スライド番号プレースホルダー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148339609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結論 ">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3" name="グラフィック 3">
            <a:extLst>
              <a:ext uri="{FF2B5EF4-FFF2-40B4-BE49-F238E27FC236}">
                <a16:creationId xmlns:a16="http://schemas.microsoft.com/office/drawing/2014/main" id="{7F3EAC18-F734-AE5D-00E7-025360BD1A2C}"/>
              </a:ext>
            </a:extLst>
          </p:cNvPr>
          <p:cNvSpPr/>
          <p:nvPr userDrawn="1"/>
        </p:nvSpPr>
        <p:spPr>
          <a:xfrm>
            <a:off x="2228850" y="177589"/>
            <a:ext cx="6800851" cy="3258383"/>
          </a:xfrm>
          <a:custGeom>
            <a:avLst/>
            <a:gdLst>
              <a:gd name="connsiteX0" fmla="*/ 3228367 w 17983201"/>
              <a:gd name="connsiteY0" fmla="*/ 5278 h 6462003"/>
              <a:gd name="connsiteX1" fmla="*/ 6456735 w 17983201"/>
              <a:gd name="connsiteY1" fmla="*/ 3233646 h 6462003"/>
              <a:gd name="connsiteX2" fmla="*/ 3228367 w 17983201"/>
              <a:gd name="connsiteY2" fmla="*/ 6462004 h 6462003"/>
              <a:gd name="connsiteX3" fmla="*/ 0 w 17983201"/>
              <a:gd name="connsiteY3" fmla="*/ 3233646 h 6462003"/>
              <a:gd name="connsiteX4" fmla="*/ 3228367 w 17983201"/>
              <a:gd name="connsiteY4" fmla="*/ 5278 h 6462003"/>
              <a:gd name="connsiteX5" fmla="*/ 17983200 w 17983201"/>
              <a:gd name="connsiteY5" fmla="*/ 6456743 h 6462003"/>
              <a:gd name="connsiteX6" fmla="*/ 14109160 w 17983201"/>
              <a:gd name="connsiteY6" fmla="*/ 6456743 h 6462003"/>
              <a:gd name="connsiteX7" fmla="*/ 14109160 w 17983201"/>
              <a:gd name="connsiteY7" fmla="*/ 6456551 h 6462003"/>
              <a:gd name="connsiteX8" fmla="*/ 14085247 w 17983201"/>
              <a:gd name="connsiteY8" fmla="*/ 6456743 h 6462003"/>
              <a:gd name="connsiteX9" fmla="*/ 10856879 w 17983201"/>
              <a:gd name="connsiteY9" fmla="*/ 3228365 h 6462003"/>
              <a:gd name="connsiteX10" fmla="*/ 14085247 w 17983201"/>
              <a:gd name="connsiteY10" fmla="*/ 0 h 6462003"/>
              <a:gd name="connsiteX11" fmla="*/ 14109160 w 17983201"/>
              <a:gd name="connsiteY11" fmla="*/ 140 h 6462003"/>
              <a:gd name="connsiteX12" fmla="*/ 14109160 w 17983201"/>
              <a:gd name="connsiteY12" fmla="*/ 0 h 6462003"/>
              <a:gd name="connsiteX13" fmla="*/ 17983200 w 17983201"/>
              <a:gd name="connsiteY13" fmla="*/ 0 h 6462003"/>
              <a:gd name="connsiteX14" fmla="*/ 17983200 w 17983201"/>
              <a:gd name="connsiteY14" fmla="*/ 6456743 h 6462003"/>
              <a:gd name="connsiteX15" fmla="*/ 6883932 w 17983201"/>
              <a:gd name="connsiteY15" fmla="*/ 2355511 h 6462003"/>
              <a:gd name="connsiteX16" fmla="*/ 10151565 w 17983201"/>
              <a:gd name="connsiteY16" fmla="*/ 121344 h 6462003"/>
              <a:gd name="connsiteX17" fmla="*/ 10435757 w 17983201"/>
              <a:gd name="connsiteY17" fmla="*/ 4069554 h 6462003"/>
              <a:gd name="connsiteX18" fmla="*/ 7168123 w 17983201"/>
              <a:gd name="connsiteY18" fmla="*/ 6303742 h 6462003"/>
              <a:gd name="connsiteX19" fmla="*/ 6883932 w 17983201"/>
              <a:gd name="connsiteY19" fmla="*/ 2355511 h 6462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983201" h="6462003">
                <a:moveTo>
                  <a:pt x="3228367" y="5278"/>
                </a:moveTo>
                <a:cubicBezTo>
                  <a:pt x="5011335" y="5278"/>
                  <a:pt x="6456735" y="1450669"/>
                  <a:pt x="6456735" y="3233646"/>
                </a:cubicBezTo>
                <a:cubicBezTo>
                  <a:pt x="6456735" y="5016604"/>
                  <a:pt x="5011335" y="6462004"/>
                  <a:pt x="3228367" y="6462004"/>
                </a:cubicBezTo>
                <a:cubicBezTo>
                  <a:pt x="1445390" y="6462004"/>
                  <a:pt x="0" y="5016604"/>
                  <a:pt x="0" y="3233646"/>
                </a:cubicBezTo>
                <a:cubicBezTo>
                  <a:pt x="1" y="1450669"/>
                  <a:pt x="1445390" y="5278"/>
                  <a:pt x="3228367" y="5278"/>
                </a:cubicBezTo>
                <a:close/>
                <a:moveTo>
                  <a:pt x="17983200" y="6456743"/>
                </a:moveTo>
                <a:lnTo>
                  <a:pt x="14109160" y="6456743"/>
                </a:lnTo>
                <a:lnTo>
                  <a:pt x="14109160" y="6456551"/>
                </a:lnTo>
                <a:cubicBezTo>
                  <a:pt x="14101174" y="6456599"/>
                  <a:pt x="14093233" y="6456743"/>
                  <a:pt x="14085247" y="6456743"/>
                </a:cubicBezTo>
                <a:cubicBezTo>
                  <a:pt x="12302280" y="6456743"/>
                  <a:pt x="10856879" y="5011343"/>
                  <a:pt x="10856879" y="3228365"/>
                </a:cubicBezTo>
                <a:cubicBezTo>
                  <a:pt x="10856879" y="1445389"/>
                  <a:pt x="12302280" y="0"/>
                  <a:pt x="14085247" y="0"/>
                </a:cubicBezTo>
                <a:cubicBezTo>
                  <a:pt x="14093233" y="0"/>
                  <a:pt x="14101174" y="82"/>
                  <a:pt x="14109160" y="140"/>
                </a:cubicBezTo>
                <a:lnTo>
                  <a:pt x="14109160" y="0"/>
                </a:lnTo>
                <a:lnTo>
                  <a:pt x="17983200" y="0"/>
                </a:lnTo>
                <a:lnTo>
                  <a:pt x="17983200" y="6456743"/>
                </a:lnTo>
                <a:close/>
                <a:moveTo>
                  <a:pt x="6883932" y="2355511"/>
                </a:moveTo>
                <a:cubicBezTo>
                  <a:pt x="7707763" y="648302"/>
                  <a:pt x="9170763" y="-351976"/>
                  <a:pt x="10151565" y="121344"/>
                </a:cubicBezTo>
                <a:cubicBezTo>
                  <a:pt x="11132366" y="594668"/>
                  <a:pt x="11259636" y="2362345"/>
                  <a:pt x="10435757" y="4069554"/>
                </a:cubicBezTo>
                <a:cubicBezTo>
                  <a:pt x="9611925" y="5776729"/>
                  <a:pt x="8148925" y="6776997"/>
                  <a:pt x="7168123" y="6303742"/>
                </a:cubicBezTo>
                <a:cubicBezTo>
                  <a:pt x="6187322" y="5830392"/>
                  <a:pt x="6060052" y="4062724"/>
                  <a:pt x="6883932" y="2355511"/>
                </a:cubicBezTo>
                <a:close/>
              </a:path>
            </a:pathLst>
          </a:custGeom>
          <a:noFill/>
          <a:ln w="12700" cap="flat">
            <a:solidFill>
              <a:schemeClr val="accent2">
                <a:lumMod val="75000"/>
              </a:schemeClr>
            </a:solidFill>
            <a:prstDash val="solid"/>
            <a:miter/>
          </a:ln>
        </p:spPr>
        <p:txBody>
          <a:bodyPr rtlCol="0" anchor="ctr"/>
          <a:lstStyle/>
          <a:p>
            <a:pPr rtl="0"/>
            <a:endParaRPr lang="en-US" sz="1350"/>
          </a:p>
        </p:txBody>
      </p:sp>
      <p:sp>
        <p:nvSpPr>
          <p:cNvPr id="2" name="タイトル 1">
            <a:extLst>
              <a:ext uri="{FF2B5EF4-FFF2-40B4-BE49-F238E27FC236}">
                <a16:creationId xmlns:a16="http://schemas.microsoft.com/office/drawing/2014/main" id="{BC7433D9-FD02-59E2-0F81-A0B7201D2DA0}"/>
              </a:ext>
            </a:extLst>
          </p:cNvPr>
          <p:cNvSpPr>
            <a:spLocks noGrp="1"/>
          </p:cNvSpPr>
          <p:nvPr>
            <p:ph type="title" hasCustomPrompt="1"/>
          </p:nvPr>
        </p:nvSpPr>
        <p:spPr>
          <a:xfrm>
            <a:off x="400050" y="533400"/>
            <a:ext cx="8343900" cy="1981200"/>
          </a:xfrm>
        </p:spPr>
        <p:txBody>
          <a:bodyPr rtlCol="0" anchor="b">
            <a:normAutofit/>
          </a:bodyPr>
          <a:lstStyle>
            <a:lvl1pPr>
              <a:defRPr sz="5400">
                <a:solidFill>
                  <a:schemeClr val="tx1"/>
                </a:solidFill>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8" name="コンテンツ プレースホルダー 7">
            <a:extLst>
              <a:ext uri="{FF2B5EF4-FFF2-40B4-BE49-F238E27FC236}">
                <a16:creationId xmlns:a16="http://schemas.microsoft.com/office/drawing/2014/main" id="{C7E1FCC9-2D1D-9C6B-8C9A-E3D0A77DBEF0}"/>
              </a:ext>
            </a:extLst>
          </p:cNvPr>
          <p:cNvSpPr>
            <a:spLocks noGrp="1"/>
          </p:cNvSpPr>
          <p:nvPr>
            <p:ph sz="quarter" idx="13" hasCustomPrompt="1"/>
          </p:nvPr>
        </p:nvSpPr>
        <p:spPr>
          <a:xfrm>
            <a:off x="400050" y="3791784"/>
            <a:ext cx="8343900" cy="2552171"/>
          </a:xfrm>
        </p:spPr>
        <p:txBody>
          <a:bodyPr rtlCol="0">
            <a:normAutofit/>
          </a:bodyPr>
          <a:lstStyle>
            <a:lvl1pPr marL="0" indent="0">
              <a:buNone/>
              <a:defRPr>
                <a:solidFill>
                  <a:schemeClr val="tx1"/>
                </a:solidFill>
                <a:latin typeface="Meiryo UI" panose="020B0604030504040204" pitchFamily="34" charset="-128"/>
                <a:ea typeface="Meiryo UI" panose="020B0604030504040204" pitchFamily="34" charset="-128"/>
              </a:defRPr>
            </a:lvl1pPr>
            <a:lvl2pPr marL="171450" indent="0">
              <a:buNone/>
              <a:defRPr>
                <a:solidFill>
                  <a:schemeClr val="tx1"/>
                </a:solidFill>
                <a:latin typeface="Meiryo UI" panose="020B0604030504040204" pitchFamily="34" charset="-128"/>
                <a:ea typeface="Meiryo UI" panose="020B0604030504040204" pitchFamily="34" charset="-128"/>
              </a:defRPr>
            </a:lvl2pPr>
            <a:lvl3pPr marL="342900" indent="0">
              <a:buNone/>
              <a:defRPr>
                <a:solidFill>
                  <a:schemeClr val="tx1"/>
                </a:solidFill>
                <a:latin typeface="Meiryo UI" panose="020B0604030504040204" pitchFamily="34" charset="-128"/>
                <a:ea typeface="Meiryo UI" panose="020B0604030504040204" pitchFamily="34" charset="-128"/>
              </a:defRPr>
            </a:lvl3pPr>
            <a:lvl4pPr marL="514350" indent="0">
              <a:buNone/>
              <a:defRPr>
                <a:solidFill>
                  <a:schemeClr val="tx1"/>
                </a:solidFill>
                <a:latin typeface="Meiryo UI" panose="020B0604030504040204" pitchFamily="34" charset="-128"/>
                <a:ea typeface="Meiryo UI" panose="020B0604030504040204" pitchFamily="34" charset="-128"/>
              </a:defRPr>
            </a:lvl4pPr>
            <a:lvl5pPr marL="685800" indent="0">
              <a:buNone/>
              <a:defRPr>
                <a:solidFill>
                  <a:schemeClr val="tx1"/>
                </a:solidFill>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endParaRPr lang="en-US"/>
          </a:p>
        </p:txBody>
      </p:sp>
      <p:sp>
        <p:nvSpPr>
          <p:cNvPr id="5" name="フッター プレースホルダー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normAutofit/>
          </a:bodyPr>
          <a:lstStyle>
            <a:lvl1pPr>
              <a:defRPr>
                <a:solidFill>
                  <a:schemeClr val="tx1"/>
                </a:solidFill>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lvl1pPr>
              <a:defRPr>
                <a:solidFill>
                  <a:schemeClr val="tx1"/>
                </a:solidFill>
              </a:defRPr>
            </a:lvl1pPr>
          </a:lstStyle>
          <a:p>
            <a:pPr rtl="0"/>
            <a:r>
              <a:rPr lang="en-US"/>
              <a:t>2025/11/24</a:t>
            </a:r>
          </a:p>
        </p:txBody>
      </p:sp>
      <p:sp>
        <p:nvSpPr>
          <p:cNvPr id="6" name="スライド番号プレースホルダー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lvl1pPr>
              <a:defRPr>
                <a:solidFill>
                  <a:schemeClr val="tx1"/>
                </a:solidFill>
              </a:defRPr>
            </a:lvl1pPr>
          </a:lstStyle>
          <a:p>
            <a:pPr rtl="0"/>
            <a:fld id="{AEAA3239-9EA4-4A65-A281-97F994456D9F}" type="slidenum">
              <a:rPr lang="en-US" smtClean="0"/>
              <a:pPr rtl="0"/>
              <a:t>‹#›</a:t>
            </a:fld>
            <a:endParaRPr lang="en-US"/>
          </a:p>
        </p:txBody>
      </p:sp>
    </p:spTree>
    <p:extLst>
      <p:ext uri="{BB962C8B-B14F-4D97-AF65-F5344CB8AC3E}">
        <p14:creationId xmlns:p14="http://schemas.microsoft.com/office/powerpoint/2010/main" val="764643593"/>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結論 2">
    <p:bg>
      <p:bgPr>
        <a:solidFill>
          <a:schemeClr val="accent2">
            <a:lumMod val="40000"/>
            <a:lumOff val="60000"/>
          </a:schemeClr>
        </a:solidFill>
        <a:effectLst/>
      </p:bgPr>
    </p:bg>
    <p:spTree>
      <p:nvGrpSpPr>
        <p:cNvPr id="1" name=""/>
        <p:cNvGrpSpPr/>
        <p:nvPr/>
      </p:nvGrpSpPr>
      <p:grpSpPr>
        <a:xfrm>
          <a:off x="0" y="0"/>
          <a:ext cx="0" cy="0"/>
          <a:chOff x="0" y="0"/>
          <a:chExt cx="0" cy="0"/>
        </a:xfrm>
      </p:grpSpPr>
      <p:grpSp>
        <p:nvGrpSpPr>
          <p:cNvPr id="3" name="グループ 2">
            <a:extLst>
              <a:ext uri="{FF2B5EF4-FFF2-40B4-BE49-F238E27FC236}">
                <a16:creationId xmlns:a16="http://schemas.microsoft.com/office/drawing/2014/main" id="{262C45F7-EFC4-4D4A-509B-AE3656258332}"/>
              </a:ext>
            </a:extLst>
          </p:cNvPr>
          <p:cNvGrpSpPr/>
          <p:nvPr userDrawn="1"/>
        </p:nvGrpSpPr>
        <p:grpSpPr>
          <a:xfrm>
            <a:off x="4572000" y="34636"/>
            <a:ext cx="4457700" cy="3539514"/>
            <a:chOff x="6096000" y="41886"/>
            <a:chExt cx="5943600" cy="3539514"/>
          </a:xfrm>
          <a:noFill/>
        </p:grpSpPr>
        <p:sp>
          <p:nvSpPr>
            <p:cNvPr id="8" name="フリーフォーム(F) 7">
              <a:extLst>
                <a:ext uri="{FF2B5EF4-FFF2-40B4-BE49-F238E27FC236}">
                  <a16:creationId xmlns:a16="http://schemas.microsoft.com/office/drawing/2014/main" id="{4ABD0D72-000A-7F71-ADAA-CC029A467119}"/>
                </a:ext>
              </a:extLst>
            </p:cNvPr>
            <p:cNvSpPr/>
            <p:nvPr/>
          </p:nvSpPr>
          <p:spPr>
            <a:xfrm>
              <a:off x="11651748" y="748183"/>
              <a:ext cx="387852" cy="2117500"/>
            </a:xfrm>
            <a:custGeom>
              <a:avLst/>
              <a:gdLst>
                <a:gd name="connsiteX0" fmla="*/ 387852 w 387852"/>
                <a:gd name="connsiteY0" fmla="*/ 0 h 2117500"/>
                <a:gd name="connsiteX1" fmla="*/ 387852 w 387852"/>
                <a:gd name="connsiteY1" fmla="*/ 2117500 h 2117500"/>
                <a:gd name="connsiteX2" fmla="*/ 332889 w 387852"/>
                <a:gd name="connsiteY2" fmla="*/ 2051300 h 2117500"/>
                <a:gd name="connsiteX3" fmla="*/ 0 w 387852"/>
                <a:gd name="connsiteY3" fmla="*/ 1058749 h 2117500"/>
                <a:gd name="connsiteX4" fmla="*/ 332889 w 387852"/>
                <a:gd name="connsiteY4" fmla="*/ 662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87852" y="2117500"/>
                  </a:lnTo>
                  <a:lnTo>
                    <a:pt x="332889" y="2051300"/>
                  </a:lnTo>
                  <a:cubicBezTo>
                    <a:pt x="123951" y="1775377"/>
                    <a:pt x="0" y="1431538"/>
                    <a:pt x="0" y="1058749"/>
                  </a:cubicBezTo>
                  <a:cubicBezTo>
                    <a:pt x="0" y="685961"/>
                    <a:pt x="123951" y="342122"/>
                    <a:pt x="332889" y="66200"/>
                  </a:cubicBezTo>
                  <a:close/>
                </a:path>
              </a:pathLst>
            </a:custGeom>
            <a:grp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9" name="円/楕円 8">
              <a:extLst>
                <a:ext uri="{FF2B5EF4-FFF2-40B4-BE49-F238E27FC236}">
                  <a16:creationId xmlns:a16="http://schemas.microsoft.com/office/drawing/2014/main" id="{42294F3C-B896-22CC-4539-010FEB2F58AC}"/>
                </a:ext>
              </a:extLst>
            </p:cNvPr>
            <p:cNvSpPr/>
            <p:nvPr/>
          </p:nvSpPr>
          <p:spPr>
            <a:xfrm flipH="1">
              <a:off x="6096000" y="161232"/>
              <a:ext cx="3291399" cy="3291399"/>
            </a:xfrm>
            <a:prstGeom prst="ellipse">
              <a:avLst/>
            </a:prstGeom>
            <a:grp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10" name="円/楕円 9">
              <a:extLst>
                <a:ext uri="{FF2B5EF4-FFF2-40B4-BE49-F238E27FC236}">
                  <a16:creationId xmlns:a16="http://schemas.microsoft.com/office/drawing/2014/main" id="{23E28D79-A6FB-0B7F-DC13-7D12A22751B6}"/>
                </a:ext>
              </a:extLst>
            </p:cNvPr>
            <p:cNvSpPr/>
            <p:nvPr/>
          </p:nvSpPr>
          <p:spPr>
            <a:xfrm rot="1580702" flipH="1">
              <a:off x="9512342" y="41886"/>
              <a:ext cx="2014464" cy="3539514"/>
            </a:xfrm>
            <a:prstGeom prst="ellipse">
              <a:avLst/>
            </a:prstGeom>
            <a:grp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
        <p:nvSpPr>
          <p:cNvPr id="2" name="タイトル 1">
            <a:extLst>
              <a:ext uri="{FF2B5EF4-FFF2-40B4-BE49-F238E27FC236}">
                <a16:creationId xmlns:a16="http://schemas.microsoft.com/office/drawing/2014/main" id="{BC7433D9-FD02-59E2-0F81-A0B7201D2DA0}"/>
              </a:ext>
            </a:extLst>
          </p:cNvPr>
          <p:cNvSpPr>
            <a:spLocks noGrp="1"/>
          </p:cNvSpPr>
          <p:nvPr>
            <p:ph type="title" hasCustomPrompt="1"/>
          </p:nvPr>
        </p:nvSpPr>
        <p:spPr>
          <a:xfrm>
            <a:off x="400051" y="2708939"/>
            <a:ext cx="6382510" cy="1842020"/>
          </a:xfrm>
        </p:spPr>
        <p:txBody>
          <a:bodyPr rtlCol="0" anchor="b">
            <a:normAutofit/>
          </a:bodyPr>
          <a:lstStyle>
            <a:lvl1pPr>
              <a:defRPr sz="5400">
                <a:solidFill>
                  <a:schemeClr val="tx1"/>
                </a:solidFill>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7" name="コンテンツ プレースホルダー 6">
            <a:extLst>
              <a:ext uri="{FF2B5EF4-FFF2-40B4-BE49-F238E27FC236}">
                <a16:creationId xmlns:a16="http://schemas.microsoft.com/office/drawing/2014/main" id="{053FFEDA-E57B-DF13-2394-A1514E15F85A}"/>
              </a:ext>
            </a:extLst>
          </p:cNvPr>
          <p:cNvSpPr>
            <a:spLocks noGrp="1"/>
          </p:cNvSpPr>
          <p:nvPr>
            <p:ph sz="quarter" idx="14" hasCustomPrompt="1"/>
          </p:nvPr>
        </p:nvSpPr>
        <p:spPr>
          <a:xfrm>
            <a:off x="400148" y="4704295"/>
            <a:ext cx="8343802" cy="1608008"/>
          </a:xfrm>
        </p:spPr>
        <p:txBody>
          <a:bodyPr rtlCol="0">
            <a:normAutofit/>
          </a:bodyPr>
          <a:lstStyle>
            <a:lvl1pPr marL="0" indent="0">
              <a:buNone/>
              <a:defRPr sz="1350">
                <a:solidFill>
                  <a:schemeClr val="tx1"/>
                </a:solidFill>
                <a:latin typeface="Meiryo UI" panose="020B0604030504040204" pitchFamily="34" charset="-128"/>
                <a:ea typeface="Meiryo UI" panose="020B0604030504040204" pitchFamily="34" charset="-128"/>
              </a:defRPr>
            </a:lvl1pPr>
            <a:lvl2pPr marL="171450" indent="0">
              <a:buNone/>
              <a:defRPr sz="1200">
                <a:solidFill>
                  <a:schemeClr val="tx1"/>
                </a:solidFill>
                <a:latin typeface="Meiryo UI" panose="020B0604030504040204" pitchFamily="34" charset="-128"/>
                <a:ea typeface="Meiryo UI" panose="020B0604030504040204" pitchFamily="34" charset="-128"/>
              </a:defRPr>
            </a:lvl2pPr>
            <a:lvl3pPr marL="342900" indent="0">
              <a:buNone/>
              <a:defRPr sz="1050">
                <a:solidFill>
                  <a:schemeClr val="tx1"/>
                </a:solidFill>
                <a:latin typeface="Meiryo UI" panose="020B0604030504040204" pitchFamily="34" charset="-128"/>
                <a:ea typeface="Meiryo UI" panose="020B0604030504040204" pitchFamily="34" charset="-128"/>
              </a:defRPr>
            </a:lvl3pPr>
            <a:lvl4pPr marL="514350" indent="0">
              <a:buNone/>
              <a:defRPr sz="1050">
                <a:solidFill>
                  <a:schemeClr val="tx1"/>
                </a:solidFill>
                <a:latin typeface="Meiryo UI" panose="020B0604030504040204" pitchFamily="34" charset="-128"/>
                <a:ea typeface="Meiryo UI" panose="020B0604030504040204" pitchFamily="34" charset="-128"/>
              </a:defRPr>
            </a:lvl4pPr>
            <a:lvl5pPr marL="685800" indent="0">
              <a:buNone/>
              <a:defRPr sz="900">
                <a:solidFill>
                  <a:schemeClr val="tx1"/>
                </a:solidFill>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endParaRPr lang="en-US"/>
          </a:p>
        </p:txBody>
      </p:sp>
      <p:sp>
        <p:nvSpPr>
          <p:cNvPr id="5" name="フッター プレースホルダー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normAutofit/>
          </a:bodyPr>
          <a:lstStyle>
            <a:lvl1pPr>
              <a:defRPr>
                <a:solidFill>
                  <a:schemeClr val="tx1"/>
                </a:solidFill>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lvl1pPr>
              <a:defRPr>
                <a:solidFill>
                  <a:schemeClr val="tx1"/>
                </a:solidFill>
              </a:defRPr>
            </a:lvl1pPr>
          </a:lstStyle>
          <a:p>
            <a:pPr rtl="0"/>
            <a:r>
              <a:rPr lang="en-US"/>
              <a:t>2025/11/24</a:t>
            </a:r>
          </a:p>
        </p:txBody>
      </p:sp>
      <p:sp>
        <p:nvSpPr>
          <p:cNvPr id="6" name="スライド番号プレースホルダー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lvl1pPr>
              <a:defRPr>
                <a:solidFill>
                  <a:schemeClr val="tx1"/>
                </a:solidFill>
              </a:defRPr>
            </a:lvl1pPr>
          </a:lstStyle>
          <a:p>
            <a:pPr rtl="0"/>
            <a:fld id="{AEAA3239-9EA4-4A65-A281-97F994456D9F}" type="slidenum">
              <a:rPr lang="en-US" smtClean="0"/>
              <a:pPr rtl="0"/>
              <a:t>‹#›</a:t>
            </a:fld>
            <a:endParaRPr lang="en-US"/>
          </a:p>
        </p:txBody>
      </p:sp>
    </p:spTree>
    <p:extLst>
      <p:ext uri="{BB962C8B-B14F-4D97-AF65-F5344CB8AC3E}">
        <p14:creationId xmlns:p14="http://schemas.microsoft.com/office/powerpoint/2010/main" val="3244164146"/>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結論 3">
    <p:bg>
      <p:bgPr>
        <a:solidFill>
          <a:schemeClr val="accent4">
            <a:lumMod val="40000"/>
            <a:lumOff val="60000"/>
          </a:schemeClr>
        </a:solidFill>
        <a:effectLst/>
      </p:bgPr>
    </p:bg>
    <p:spTree>
      <p:nvGrpSpPr>
        <p:cNvPr id="1" name=""/>
        <p:cNvGrpSpPr/>
        <p:nvPr/>
      </p:nvGrpSpPr>
      <p:grpSpPr>
        <a:xfrm>
          <a:off x="0" y="0"/>
          <a:ext cx="0" cy="0"/>
          <a:chOff x="0" y="0"/>
          <a:chExt cx="0" cy="0"/>
        </a:xfrm>
      </p:grpSpPr>
      <p:grpSp>
        <p:nvGrpSpPr>
          <p:cNvPr id="3" name="グループ 2">
            <a:extLst>
              <a:ext uri="{FF2B5EF4-FFF2-40B4-BE49-F238E27FC236}">
                <a16:creationId xmlns:a16="http://schemas.microsoft.com/office/drawing/2014/main" id="{262C45F7-EFC4-4D4A-509B-AE3656258332}"/>
              </a:ext>
            </a:extLst>
          </p:cNvPr>
          <p:cNvGrpSpPr/>
          <p:nvPr userDrawn="1"/>
        </p:nvGrpSpPr>
        <p:grpSpPr>
          <a:xfrm>
            <a:off x="4572000" y="34636"/>
            <a:ext cx="4457700" cy="3539514"/>
            <a:chOff x="6096000" y="41886"/>
            <a:chExt cx="5943600" cy="3539514"/>
          </a:xfrm>
          <a:noFill/>
        </p:grpSpPr>
        <p:sp>
          <p:nvSpPr>
            <p:cNvPr id="8" name="フリーフォーム(F) 7">
              <a:extLst>
                <a:ext uri="{FF2B5EF4-FFF2-40B4-BE49-F238E27FC236}">
                  <a16:creationId xmlns:a16="http://schemas.microsoft.com/office/drawing/2014/main" id="{4ABD0D72-000A-7F71-ADAA-CC029A467119}"/>
                </a:ext>
              </a:extLst>
            </p:cNvPr>
            <p:cNvSpPr/>
            <p:nvPr/>
          </p:nvSpPr>
          <p:spPr>
            <a:xfrm>
              <a:off x="11651748" y="748183"/>
              <a:ext cx="387852" cy="2117500"/>
            </a:xfrm>
            <a:custGeom>
              <a:avLst/>
              <a:gdLst>
                <a:gd name="connsiteX0" fmla="*/ 387852 w 387852"/>
                <a:gd name="connsiteY0" fmla="*/ 0 h 2117500"/>
                <a:gd name="connsiteX1" fmla="*/ 387852 w 387852"/>
                <a:gd name="connsiteY1" fmla="*/ 2117500 h 2117500"/>
                <a:gd name="connsiteX2" fmla="*/ 332889 w 387852"/>
                <a:gd name="connsiteY2" fmla="*/ 2051300 h 2117500"/>
                <a:gd name="connsiteX3" fmla="*/ 0 w 387852"/>
                <a:gd name="connsiteY3" fmla="*/ 1058749 h 2117500"/>
                <a:gd name="connsiteX4" fmla="*/ 332889 w 387852"/>
                <a:gd name="connsiteY4" fmla="*/ 662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87852" y="2117500"/>
                  </a:lnTo>
                  <a:lnTo>
                    <a:pt x="332889" y="2051300"/>
                  </a:lnTo>
                  <a:cubicBezTo>
                    <a:pt x="123951" y="1775377"/>
                    <a:pt x="0" y="1431538"/>
                    <a:pt x="0" y="1058749"/>
                  </a:cubicBezTo>
                  <a:cubicBezTo>
                    <a:pt x="0" y="685961"/>
                    <a:pt x="123951" y="342122"/>
                    <a:pt x="332889" y="66200"/>
                  </a:cubicBezTo>
                  <a:close/>
                </a:path>
              </a:pathLst>
            </a:cu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sz="1350"/>
            </a:p>
          </p:txBody>
        </p:sp>
        <p:sp>
          <p:nvSpPr>
            <p:cNvPr id="9" name="円/楕円 8">
              <a:extLst>
                <a:ext uri="{FF2B5EF4-FFF2-40B4-BE49-F238E27FC236}">
                  <a16:creationId xmlns:a16="http://schemas.microsoft.com/office/drawing/2014/main" id="{42294F3C-B896-22CC-4539-010FEB2F58AC}"/>
                </a:ext>
              </a:extLst>
            </p:cNvPr>
            <p:cNvSpPr/>
            <p:nvPr/>
          </p:nvSpPr>
          <p:spPr>
            <a:xfrm flipH="1">
              <a:off x="6096000" y="161232"/>
              <a:ext cx="3291399" cy="3291399"/>
            </a:xfrm>
            <a:prstGeom prst="ellipse">
              <a:avLst/>
            </a:pr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10" name="円/楕円 9">
              <a:extLst>
                <a:ext uri="{FF2B5EF4-FFF2-40B4-BE49-F238E27FC236}">
                  <a16:creationId xmlns:a16="http://schemas.microsoft.com/office/drawing/2014/main" id="{23E28D79-A6FB-0B7F-DC13-7D12A22751B6}"/>
                </a:ext>
              </a:extLst>
            </p:cNvPr>
            <p:cNvSpPr/>
            <p:nvPr/>
          </p:nvSpPr>
          <p:spPr>
            <a:xfrm rot="1580702" flipH="1">
              <a:off x="9512342" y="41886"/>
              <a:ext cx="2014464" cy="3539514"/>
            </a:xfrm>
            <a:prstGeom prst="ellipse">
              <a:avLst/>
            </a:pr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sz="1350"/>
            </a:p>
          </p:txBody>
        </p:sp>
      </p:grpSp>
      <p:sp>
        <p:nvSpPr>
          <p:cNvPr id="2" name="タイトル 1">
            <a:extLst>
              <a:ext uri="{FF2B5EF4-FFF2-40B4-BE49-F238E27FC236}">
                <a16:creationId xmlns:a16="http://schemas.microsoft.com/office/drawing/2014/main" id="{BC7433D9-FD02-59E2-0F81-A0B7201D2DA0}"/>
              </a:ext>
            </a:extLst>
          </p:cNvPr>
          <p:cNvSpPr>
            <a:spLocks noGrp="1"/>
          </p:cNvSpPr>
          <p:nvPr>
            <p:ph type="title" hasCustomPrompt="1"/>
          </p:nvPr>
        </p:nvSpPr>
        <p:spPr>
          <a:xfrm>
            <a:off x="400051" y="2708939"/>
            <a:ext cx="6382510" cy="1842020"/>
          </a:xfrm>
        </p:spPr>
        <p:txBody>
          <a:bodyPr rtlCol="0" anchor="b">
            <a:normAutofit/>
          </a:bodyPr>
          <a:lstStyle>
            <a:lvl1pPr>
              <a:defRPr sz="5400">
                <a:solidFill>
                  <a:schemeClr val="tx1"/>
                </a:solidFill>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7" name="コンテンツ プレースホルダー 6">
            <a:extLst>
              <a:ext uri="{FF2B5EF4-FFF2-40B4-BE49-F238E27FC236}">
                <a16:creationId xmlns:a16="http://schemas.microsoft.com/office/drawing/2014/main" id="{053FFEDA-E57B-DF13-2394-A1514E15F85A}"/>
              </a:ext>
            </a:extLst>
          </p:cNvPr>
          <p:cNvSpPr>
            <a:spLocks noGrp="1"/>
          </p:cNvSpPr>
          <p:nvPr>
            <p:ph sz="quarter" idx="14" hasCustomPrompt="1"/>
          </p:nvPr>
        </p:nvSpPr>
        <p:spPr>
          <a:xfrm>
            <a:off x="400148" y="4704295"/>
            <a:ext cx="8343802" cy="1608008"/>
          </a:xfrm>
        </p:spPr>
        <p:txBody>
          <a:bodyPr rtlCol="0">
            <a:normAutofit/>
          </a:bodyPr>
          <a:lstStyle>
            <a:lvl1pPr marL="0" indent="0">
              <a:buNone/>
              <a:defRPr sz="1350">
                <a:solidFill>
                  <a:schemeClr val="tx1"/>
                </a:solidFill>
                <a:latin typeface="Meiryo UI" panose="020B0604030504040204" pitchFamily="34" charset="-128"/>
                <a:ea typeface="Meiryo UI" panose="020B0604030504040204" pitchFamily="34" charset="-128"/>
              </a:defRPr>
            </a:lvl1pPr>
            <a:lvl2pPr marL="171450" indent="0">
              <a:buNone/>
              <a:defRPr sz="1200">
                <a:solidFill>
                  <a:schemeClr val="tx1"/>
                </a:solidFill>
                <a:latin typeface="Meiryo UI" panose="020B0604030504040204" pitchFamily="34" charset="-128"/>
                <a:ea typeface="Meiryo UI" panose="020B0604030504040204" pitchFamily="34" charset="-128"/>
              </a:defRPr>
            </a:lvl2pPr>
            <a:lvl3pPr marL="342900" indent="0">
              <a:buNone/>
              <a:defRPr sz="1050">
                <a:solidFill>
                  <a:schemeClr val="tx1"/>
                </a:solidFill>
                <a:latin typeface="Meiryo UI" panose="020B0604030504040204" pitchFamily="34" charset="-128"/>
                <a:ea typeface="Meiryo UI" panose="020B0604030504040204" pitchFamily="34" charset="-128"/>
              </a:defRPr>
            </a:lvl3pPr>
            <a:lvl4pPr marL="514350" indent="0">
              <a:buNone/>
              <a:defRPr sz="1050">
                <a:solidFill>
                  <a:schemeClr val="tx1"/>
                </a:solidFill>
                <a:latin typeface="Meiryo UI" panose="020B0604030504040204" pitchFamily="34" charset="-128"/>
                <a:ea typeface="Meiryo UI" panose="020B0604030504040204" pitchFamily="34" charset="-128"/>
              </a:defRPr>
            </a:lvl4pPr>
            <a:lvl5pPr marL="685800" indent="0">
              <a:buNone/>
              <a:defRPr sz="900">
                <a:solidFill>
                  <a:schemeClr val="tx1"/>
                </a:solidFill>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endParaRPr lang="en-US"/>
          </a:p>
        </p:txBody>
      </p:sp>
      <p:sp>
        <p:nvSpPr>
          <p:cNvPr id="5" name="フッター プレースホルダー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normAutofit/>
          </a:bodyPr>
          <a:lstStyle>
            <a:lvl1pPr>
              <a:defRPr>
                <a:solidFill>
                  <a:schemeClr val="tx1"/>
                </a:solidFill>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lvl1pPr>
              <a:defRPr>
                <a:solidFill>
                  <a:schemeClr val="tx1"/>
                </a:solidFill>
              </a:defRPr>
            </a:lvl1pPr>
          </a:lstStyle>
          <a:p>
            <a:pPr rtl="0"/>
            <a:r>
              <a:rPr lang="en-US"/>
              <a:t>2025/11/24</a:t>
            </a:r>
          </a:p>
        </p:txBody>
      </p:sp>
      <p:sp>
        <p:nvSpPr>
          <p:cNvPr id="6" name="スライド番号プレースホルダー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lvl1pPr>
              <a:defRPr>
                <a:solidFill>
                  <a:schemeClr val="tx1"/>
                </a:solidFill>
              </a:defRPr>
            </a:lvl1pPr>
          </a:lstStyle>
          <a:p>
            <a:pPr rtl="0"/>
            <a:fld id="{AEAA3239-9EA4-4A65-A281-97F994456D9F}" type="slidenum">
              <a:rPr lang="en-US" smtClean="0"/>
              <a:pPr rtl="0"/>
              <a:t>‹#›</a:t>
            </a:fld>
            <a:endParaRPr lang="en-US"/>
          </a:p>
        </p:txBody>
      </p:sp>
    </p:spTree>
    <p:extLst>
      <p:ext uri="{BB962C8B-B14F-4D97-AF65-F5344CB8AC3E}">
        <p14:creationId xmlns:p14="http://schemas.microsoft.com/office/powerpoint/2010/main" val="267014887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4">
            <a:alpha val="10000"/>
          </a:schemeClr>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75BFB69-9245-EC58-F1DE-FEB625BD336A}"/>
              </a:ext>
            </a:extLst>
          </p:cNvPr>
          <p:cNvSpPr>
            <a:spLocks noGrp="1"/>
          </p:cNvSpPr>
          <p:nvPr>
            <p:ph type="title"/>
          </p:nvPr>
        </p:nvSpPr>
        <p:spPr>
          <a:xfrm>
            <a:off x="400050" y="533400"/>
            <a:ext cx="8343900" cy="953622"/>
          </a:xfrm>
          <a:prstGeom prst="rect">
            <a:avLst/>
          </a:prstGeom>
        </p:spPr>
        <p:txBody>
          <a:bodyPr vert="horz" lIns="91440" tIns="45720" rIns="91440" bIns="45720" rtlCol="0" anchor="t">
            <a:normAutofit/>
          </a:bodyPr>
          <a:lstStyle/>
          <a:p>
            <a:pPr rtl="0"/>
            <a:r>
              <a:rPr lang="ja"/>
              <a:t>マスター タイトルの書式設定</a:t>
            </a:r>
            <a:endParaRPr lang="en-US"/>
          </a:p>
        </p:txBody>
      </p:sp>
      <p:sp>
        <p:nvSpPr>
          <p:cNvPr id="3" name="テキスト プレースホルダー 2">
            <a:extLst>
              <a:ext uri="{FF2B5EF4-FFF2-40B4-BE49-F238E27FC236}">
                <a16:creationId xmlns:a16="http://schemas.microsoft.com/office/drawing/2014/main" id="{5516AFD5-5144-C460-0CA4-644BC4A93C02}"/>
              </a:ext>
            </a:extLst>
          </p:cNvPr>
          <p:cNvSpPr>
            <a:spLocks noGrp="1"/>
          </p:cNvSpPr>
          <p:nvPr>
            <p:ph type="body" idx="1"/>
          </p:nvPr>
        </p:nvSpPr>
        <p:spPr>
          <a:xfrm>
            <a:off x="400050" y="1669902"/>
            <a:ext cx="8343900" cy="4674052"/>
          </a:xfrm>
          <a:prstGeom prst="rect">
            <a:avLst/>
          </a:prstGeom>
        </p:spPr>
        <p:txBody>
          <a:bodyPr vert="horz" lIns="91440" tIns="45720" rIns="91440" bIns="45720" rtlCol="0">
            <a:normAutofit/>
          </a:body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4" name="日付プレースホルダー 3">
            <a:extLst>
              <a:ext uri="{FF2B5EF4-FFF2-40B4-BE49-F238E27FC236}">
                <a16:creationId xmlns:a16="http://schemas.microsoft.com/office/drawing/2014/main" id="{3995753E-AF8A-7E04-8A1A-205B755A0215}"/>
              </a:ext>
            </a:extLst>
          </p:cNvPr>
          <p:cNvSpPr>
            <a:spLocks noGrp="1"/>
          </p:cNvSpPr>
          <p:nvPr>
            <p:ph type="dt" sz="half" idx="2"/>
          </p:nvPr>
        </p:nvSpPr>
        <p:spPr>
          <a:xfrm>
            <a:off x="6670447" y="6343956"/>
            <a:ext cx="1651983" cy="365125"/>
          </a:xfrm>
          <a:prstGeom prst="rect">
            <a:avLst/>
          </a:prstGeom>
        </p:spPr>
        <p:txBody>
          <a:bodyPr vert="horz" lIns="91440" tIns="45720" rIns="91440" bIns="45720" rtlCol="0" anchor="ctr"/>
          <a:lstStyle>
            <a:lvl1pPr algn="r" rtl="0">
              <a:defRPr sz="600" b="0" i="0">
                <a:solidFill>
                  <a:schemeClr val="tx1"/>
                </a:solidFill>
                <a:latin typeface="+mn-lt"/>
              </a:defRPr>
            </a:lvl1pPr>
          </a:lstStyle>
          <a:p>
            <a:pPr rtl="0"/>
            <a:r>
              <a:rPr lang="en-US"/>
              <a:t>2025/11/24</a:t>
            </a:r>
          </a:p>
        </p:txBody>
      </p:sp>
      <p:sp>
        <p:nvSpPr>
          <p:cNvPr id="5" name="フッター プレースホルダー 4">
            <a:extLst>
              <a:ext uri="{FF2B5EF4-FFF2-40B4-BE49-F238E27FC236}">
                <a16:creationId xmlns:a16="http://schemas.microsoft.com/office/drawing/2014/main" id="{D4E1B7C8-DA74-800B-EE14-A39E9DB32DE4}"/>
              </a:ext>
            </a:extLst>
          </p:cNvPr>
          <p:cNvSpPr>
            <a:spLocks noGrp="1"/>
          </p:cNvSpPr>
          <p:nvPr>
            <p:ph type="ftr" sz="quarter" idx="3"/>
          </p:nvPr>
        </p:nvSpPr>
        <p:spPr>
          <a:xfrm>
            <a:off x="400051" y="6343956"/>
            <a:ext cx="2163489" cy="365125"/>
          </a:xfrm>
          <a:prstGeom prst="rect">
            <a:avLst/>
          </a:prstGeom>
        </p:spPr>
        <p:txBody>
          <a:bodyPr vert="horz" lIns="91440" tIns="45720" rIns="91440" bIns="45720" rtlCol="0" anchor="ctr">
            <a:normAutofit/>
          </a:bodyPr>
          <a:lstStyle>
            <a:lvl1pPr algn="l" rtl="0">
              <a:defRPr sz="600" b="0" i="0">
                <a:solidFill>
                  <a:schemeClr val="tx1"/>
                </a:solidFill>
                <a:latin typeface="Meiryo UI" panose="020B0604030504040204" pitchFamily="34" charset="-128"/>
                <a:ea typeface="Meiryo UI" panose="020B0604030504040204" pitchFamily="34" charset="-128"/>
              </a:defRPr>
            </a:lvl1pPr>
          </a:lstStyle>
          <a:p>
            <a:r>
              <a:rPr lang="ja"/>
              <a:t>サンプル フッター テキスト</a:t>
            </a:r>
            <a:endParaRPr lang="en-US">
              <a:ea typeface="Meiryo UI" panose="020B0604030504040204" pitchFamily="34" charset="-128"/>
            </a:endParaRPr>
          </a:p>
        </p:txBody>
      </p:sp>
      <p:sp>
        <p:nvSpPr>
          <p:cNvPr id="6" name="スライド番号プレースホルダー 5">
            <a:extLst>
              <a:ext uri="{FF2B5EF4-FFF2-40B4-BE49-F238E27FC236}">
                <a16:creationId xmlns:a16="http://schemas.microsoft.com/office/drawing/2014/main" id="{7AC1647D-0DF0-CA1B-F723-EF7B8F508DB7}"/>
              </a:ext>
            </a:extLst>
          </p:cNvPr>
          <p:cNvSpPr>
            <a:spLocks noGrp="1"/>
          </p:cNvSpPr>
          <p:nvPr>
            <p:ph type="sldNum" sz="quarter" idx="4"/>
          </p:nvPr>
        </p:nvSpPr>
        <p:spPr>
          <a:xfrm>
            <a:off x="8360322" y="6343956"/>
            <a:ext cx="383628" cy="365125"/>
          </a:xfrm>
          <a:prstGeom prst="rect">
            <a:avLst/>
          </a:prstGeom>
        </p:spPr>
        <p:txBody>
          <a:bodyPr vert="horz" lIns="91440" tIns="45720" rIns="91440" bIns="45720" rtlCol="0" anchor="ctr"/>
          <a:lstStyle>
            <a:lvl1pPr algn="r" rtl="0">
              <a:defRPr sz="600" b="0" i="0">
                <a:solidFill>
                  <a:schemeClr val="tx1"/>
                </a:solidFill>
                <a:latin typeface="+mn-lt"/>
              </a:defRPr>
            </a:lvl1pPr>
          </a:lstStyle>
          <a:p>
            <a:pPr rtl="0"/>
            <a:fld id="{AEAA3239-9EA4-4A65-A281-97F994456D9F}" type="slidenum">
              <a:rPr lang="en-US" smtClean="0"/>
              <a:pPr rtl="0"/>
              <a:t>‹#›</a:t>
            </a:fld>
            <a:endParaRPr lang="en-US"/>
          </a:p>
        </p:txBody>
      </p:sp>
      <p:sp>
        <p:nvSpPr>
          <p:cNvPr id="8" name="テキスト ボックス 7">
            <a:extLst>
              <a:ext uri="{FF2B5EF4-FFF2-40B4-BE49-F238E27FC236}">
                <a16:creationId xmlns:a16="http://schemas.microsoft.com/office/drawing/2014/main" id="{7925A1AD-92BE-9341-41FE-58E7227D0718}"/>
              </a:ext>
            </a:extLst>
          </p:cNvPr>
          <p:cNvSpPr txBox="1"/>
          <p:nvPr userDrawn="1">
            <p:extLst>
              <p:ext uri="{1162E1C5-73C7-4A58-AE30-91384D911F3F}">
                <p184:classification xmlns:p184="http://schemas.microsoft.com/office/powerpoint/2018/4/main" val="hdr"/>
              </p:ext>
            </p:extLst>
          </p:nvPr>
        </p:nvSpPr>
        <p:spPr>
          <a:xfrm>
            <a:off x="4148138" y="63500"/>
            <a:ext cx="873125" cy="152400"/>
          </a:xfrm>
          <a:prstGeom prst="rect">
            <a:avLst/>
          </a:prstGeom>
        </p:spPr>
        <p:txBody>
          <a:bodyPr horzOverflow="overflow" lIns="0" tIns="0" rIns="0" bIns="0">
            <a:spAutoFit/>
          </a:bodyPr>
          <a:lstStyle/>
          <a:p>
            <a:pPr algn="l"/>
            <a:r>
              <a:rPr lang="ja-JP" altLang="en-US" sz="1000">
                <a:solidFill>
                  <a:srgbClr val="FF0000">
                    <a:alpha val="50000"/>
                  </a:srgbClr>
                </a:solidFill>
                <a:latin typeface="Aptos" panose="020B0004020202020204" pitchFamily="34" charset="0"/>
              </a:rPr>
              <a:t>CONFIDENTIAL</a:t>
            </a:r>
          </a:p>
        </p:txBody>
      </p:sp>
    </p:spTree>
    <p:extLst>
      <p:ext uri="{BB962C8B-B14F-4D97-AF65-F5344CB8AC3E}">
        <p14:creationId xmlns:p14="http://schemas.microsoft.com/office/powerpoint/2010/main" val="227089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Lst>
  <p:hf sldNum="0" hdr="0" ftr="0" dt="0"/>
  <p:txStyles>
    <p:titleStyle>
      <a:lvl1pPr algn="l" defTabSz="685800" rtl="0" eaLnBrk="1" latinLnBrk="0" hangingPunct="1">
        <a:lnSpc>
          <a:spcPct val="80000"/>
        </a:lnSpc>
        <a:spcBef>
          <a:spcPct val="0"/>
        </a:spcBef>
        <a:buNone/>
        <a:defRPr sz="2100" b="0" kern="1200" spc="0" baseline="0">
          <a:solidFill>
            <a:schemeClr val="tx1"/>
          </a:solidFill>
          <a:latin typeface="Meiryo UI" panose="020B0604030504040204" pitchFamily="34" charset="-128"/>
          <a:ea typeface="Meiryo UI" panose="020B0604030504040204" pitchFamily="34" charset="-128"/>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1pPr>
      <a:lvl2pPr marL="3429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2pPr>
      <a:lvl3pPr marL="5143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3pPr>
      <a:lvl4pPr marL="6858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4pPr>
      <a:lvl5pPr marL="8572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2880" userDrawn="1">
          <p15:clr>
            <a:srgbClr val="F26B43"/>
          </p15:clr>
        </p15:guide>
        <p15:guide id="26" pos="252" userDrawn="1">
          <p15:clr>
            <a:srgbClr val="F26B43"/>
          </p15:clr>
        </p15:guide>
        <p15:guide id="27" pos="72" userDrawn="1">
          <p15:clr>
            <a:srgbClr val="F26B43"/>
          </p15:clr>
        </p15:guide>
        <p15:guide id="28" pos="5688" userDrawn="1">
          <p15:clr>
            <a:srgbClr val="F26B43"/>
          </p15:clr>
        </p15:guide>
        <p15:guide id="29" orient="horz" pos="96" userDrawn="1">
          <p15:clr>
            <a:srgbClr val="F26B43"/>
          </p15:clr>
        </p15:guide>
        <p15:guide id="30" orient="horz" pos="4224" userDrawn="1">
          <p15:clr>
            <a:srgbClr val="F26B43"/>
          </p15:clr>
        </p15:guide>
        <p15:guide id="31" orient="horz" pos="336" userDrawn="1">
          <p15:clr>
            <a:srgbClr val="F26B43"/>
          </p15:clr>
        </p15:guide>
        <p15:guide id="32" orient="horz" pos="3984" userDrawn="1">
          <p15:clr>
            <a:srgbClr val="F26B43"/>
          </p15:clr>
        </p15:guide>
        <p15:guide id="33" pos="55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37.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7.xm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7.xml"/><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7.xml"/><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520EA-1078-2CA6-6004-D62DD2634DD0}"/>
              </a:ext>
            </a:extLst>
          </p:cNvPr>
          <p:cNvSpPr>
            <a:spLocks noGrp="1"/>
          </p:cNvSpPr>
          <p:nvPr>
            <p:ph type="ctrTitle"/>
          </p:nvPr>
        </p:nvSpPr>
        <p:spPr>
          <a:xfrm>
            <a:off x="400050" y="4965018"/>
            <a:ext cx="8343899" cy="589788"/>
          </a:xfrm>
        </p:spPr>
        <p:txBody>
          <a:bodyPr anchor="b">
            <a:normAutofit/>
          </a:bodyPr>
          <a:lstStyle/>
          <a:p>
            <a:r>
              <a:rPr lang="en-US" sz="2550" dirty="0" err="1"/>
              <a:t>UFSハードウェア構造</a:t>
            </a:r>
            <a:r>
              <a:rPr lang="en-US" sz="2550" dirty="0"/>
              <a:t> </a:t>
            </a:r>
            <a:r>
              <a:rPr lang="en-US" sz="2550" dirty="0" err="1"/>
              <a:t>基礎説明資料（ソフト理解の前提</a:t>
            </a:r>
            <a:r>
              <a:rPr lang="en-US" sz="2550" dirty="0"/>
              <a:t>）</a:t>
            </a:r>
          </a:p>
        </p:txBody>
      </p:sp>
      <p:sp>
        <p:nvSpPr>
          <p:cNvPr id="3" name="Subtitle 2">
            <a:extLst>
              <a:ext uri="{FF2B5EF4-FFF2-40B4-BE49-F238E27FC236}">
                <a16:creationId xmlns:a16="http://schemas.microsoft.com/office/drawing/2014/main" id="{35526F61-0B42-3940-6A5B-24C8DA292E8B}"/>
              </a:ext>
            </a:extLst>
          </p:cNvPr>
          <p:cNvSpPr>
            <a:spLocks noGrp="1"/>
          </p:cNvSpPr>
          <p:nvPr>
            <p:ph type="subTitle" idx="1"/>
          </p:nvPr>
        </p:nvSpPr>
        <p:spPr>
          <a:xfrm>
            <a:off x="400048" y="5633076"/>
            <a:ext cx="8343898" cy="273844"/>
          </a:xfrm>
        </p:spPr>
        <p:txBody>
          <a:bodyPr>
            <a:normAutofit fontScale="92500"/>
          </a:bodyPr>
          <a:lstStyle/>
          <a:p>
            <a:pPr>
              <a:lnSpc>
                <a:spcPct val="110000"/>
              </a:lnSpc>
            </a:pPr>
            <a:r>
              <a:rPr lang="en-US" sz="1275"/>
              <a:t>ソフトウェア理解のためのハードウェア基礎知識</a:t>
            </a:r>
          </a:p>
        </p:txBody>
      </p:sp>
      <p:pic>
        <p:nvPicPr>
          <p:cNvPr id="6" name="図 5">
            <a:extLst>
              <a:ext uri="{FF2B5EF4-FFF2-40B4-BE49-F238E27FC236}">
                <a16:creationId xmlns:a16="http://schemas.microsoft.com/office/drawing/2014/main" id="{B659D6EC-088D-CC7A-6DBF-A6658E44EC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8322" y="1076216"/>
            <a:ext cx="5075624" cy="381053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528661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CB639E-C2FE-E392-F1B7-5F2F3293DE7B}"/>
              </a:ext>
            </a:extLst>
          </p:cNvPr>
          <p:cNvSpPr>
            <a:spLocks noGrp="1"/>
          </p:cNvSpPr>
          <p:nvPr>
            <p:ph type="title"/>
          </p:nvPr>
        </p:nvSpPr>
        <p:spPr/>
        <p:txBody>
          <a:bodyPr/>
          <a:lstStyle/>
          <a:p>
            <a:r>
              <a:rPr kumimoji="1" lang="en-US" altLang="ja-JP" dirty="0"/>
              <a:t>eMMC</a:t>
            </a:r>
            <a:r>
              <a:rPr kumimoji="1" lang="ja-JP" altLang="en-US" dirty="0"/>
              <a:t>から</a:t>
            </a:r>
            <a:r>
              <a:rPr kumimoji="1" lang="en-US" altLang="ja-JP" dirty="0"/>
              <a:t>UFS</a:t>
            </a:r>
            <a:r>
              <a:rPr kumimoji="1" lang="ja-JP" altLang="en-US" dirty="0"/>
              <a:t>へ</a:t>
            </a:r>
          </a:p>
        </p:txBody>
      </p:sp>
      <p:sp>
        <p:nvSpPr>
          <p:cNvPr id="9" name="Content Placeholder 3">
            <a:extLst>
              <a:ext uri="{FF2B5EF4-FFF2-40B4-BE49-F238E27FC236}">
                <a16:creationId xmlns:a16="http://schemas.microsoft.com/office/drawing/2014/main" id="{9014E7E6-CB69-7834-9AE3-9471E2472EA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27591" y="2979033"/>
            <a:ext cx="2686639" cy="1687399"/>
          </a:xfrm>
        </p:spPr>
        <p:txBody>
          <a:bodyPr>
            <a:normAutofit/>
          </a:bodyPr>
          <a:lstStyle/>
          <a:p>
            <a:pPr marL="0" indent="0">
              <a:spcBef>
                <a:spcPts val="1875"/>
              </a:spcBef>
              <a:buNone/>
            </a:pPr>
            <a:r>
              <a:rPr lang="ja-JP" altLang="en-US" b="1" dirty="0"/>
              <a:t>なぜ</a:t>
            </a:r>
            <a:r>
              <a:rPr lang="en-US" altLang="ja-JP" b="1" dirty="0"/>
              <a:t>UFS</a:t>
            </a:r>
            <a:r>
              <a:rPr lang="ja-JP" altLang="en-US" b="1" dirty="0"/>
              <a:t>へ移行しているか</a:t>
            </a:r>
          </a:p>
          <a:p>
            <a:pPr marL="0" lvl="1" indent="0">
              <a:buNone/>
            </a:pPr>
            <a:r>
              <a:rPr lang="ja-JP" altLang="en-US" dirty="0"/>
              <a:t>スマートフォンや車載機器で、下記が普及。</a:t>
            </a:r>
            <a:endParaRPr lang="en-US" altLang="ja-JP" dirty="0"/>
          </a:p>
          <a:p>
            <a:pPr marL="0" lvl="1" indent="0">
              <a:buNone/>
            </a:pPr>
            <a:r>
              <a:rPr lang="ja-JP" altLang="en-US" dirty="0"/>
              <a:t>・５</a:t>
            </a:r>
            <a:r>
              <a:rPr lang="en-US" altLang="ja-JP" dirty="0"/>
              <a:t>G</a:t>
            </a:r>
            <a:br>
              <a:rPr lang="en-US" altLang="ja-JP" dirty="0"/>
            </a:br>
            <a:r>
              <a:rPr lang="ja-JP" altLang="en-US" dirty="0"/>
              <a:t>・</a:t>
            </a:r>
            <a:r>
              <a:rPr lang="en-US" altLang="ja-JP" dirty="0"/>
              <a:t>AI</a:t>
            </a:r>
            <a:r>
              <a:rPr lang="ja-JP" altLang="en-US" dirty="0"/>
              <a:t>処理</a:t>
            </a:r>
            <a:br>
              <a:rPr lang="en-US" altLang="ja-JP" dirty="0"/>
            </a:br>
            <a:r>
              <a:rPr lang="ja-JP" altLang="en-US" dirty="0"/>
              <a:t>・高画質カメラ</a:t>
            </a:r>
            <a:br>
              <a:rPr lang="en-US" altLang="ja-JP" dirty="0"/>
            </a:br>
            <a:r>
              <a:rPr lang="ja-JP" altLang="en-US" dirty="0"/>
              <a:t>・</a:t>
            </a:r>
            <a:r>
              <a:rPr lang="en-US" altLang="ja-JP" dirty="0"/>
              <a:t>OTA(On The Air)</a:t>
            </a:r>
            <a:r>
              <a:rPr lang="ja-JP" altLang="en-US" dirty="0"/>
              <a:t>アップデート</a:t>
            </a:r>
            <a:br>
              <a:rPr lang="en-US" altLang="ja-JP" dirty="0"/>
            </a:br>
            <a:r>
              <a:rPr lang="ja-JP" altLang="en-US" dirty="0"/>
              <a:t>・大容量ストレージ</a:t>
            </a:r>
            <a:endParaRPr lang="en-US" altLang="ja-JP" dirty="0"/>
          </a:p>
        </p:txBody>
      </p:sp>
      <p:pic>
        <p:nvPicPr>
          <p:cNvPr id="11" name="図 10">
            <a:extLst>
              <a:ext uri="{FF2B5EF4-FFF2-40B4-BE49-F238E27FC236}">
                <a16:creationId xmlns:a16="http://schemas.microsoft.com/office/drawing/2014/main" id="{9C6FC19C-1936-9820-17FA-5449A5EB7436}"/>
              </a:ext>
            </a:extLst>
          </p:cNvPr>
          <p:cNvPicPr>
            <a:picLocks noChangeAspect="1"/>
          </p:cNvPicPr>
          <p:nvPr/>
        </p:nvPicPr>
        <p:blipFill>
          <a:blip r:embed="rId2"/>
          <a:stretch>
            <a:fillRect/>
          </a:stretch>
        </p:blipFill>
        <p:spPr>
          <a:xfrm>
            <a:off x="4641825" y="1121626"/>
            <a:ext cx="4102124" cy="1687399"/>
          </a:xfrm>
          <a:prstGeom prst="rect">
            <a:avLst/>
          </a:prstGeom>
        </p:spPr>
      </p:pic>
      <p:pic>
        <p:nvPicPr>
          <p:cNvPr id="12" name="Content Placeholder 7" descr="携帯電話にはワイヤレス接続アイコン付きのアプリが表示されます。アプリを通じて車に接続する人々のコンセプト。自動運転車、カーシェアリング、またはコントロールカーなどが考えられます。">
            <a:extLst>
              <a:ext uri="{FF2B5EF4-FFF2-40B4-BE49-F238E27FC236}">
                <a16:creationId xmlns:a16="http://schemas.microsoft.com/office/drawing/2014/main" id="{361A1EC3-8E38-8C45-9E1A-0615B0D326BB}"/>
              </a:ext>
            </a:extLst>
          </p:cNvPr>
          <p:cNvPicPr>
            <a:picLocks noChangeAspect="1"/>
          </p:cNvPicPr>
          <p:nvPr/>
        </p:nvPicPr>
        <p:blipFill>
          <a:blip r:embed="rId3"/>
          <a:srcRect l="24812" r="27898"/>
          <a:stretch>
            <a:fillRect/>
          </a:stretch>
        </p:blipFill>
        <p:spPr>
          <a:xfrm>
            <a:off x="734416" y="1459042"/>
            <a:ext cx="2895141" cy="3397765"/>
          </a:xfrm>
          <a:prstGeom prst="rect">
            <a:avLst/>
          </a:prstGeom>
          <a:blipFill dpi="0" rotWithShape="1">
            <a:blip r:embed="rId4">
              <a:alphaModFix amt="60000"/>
            </a:blip>
            <a:srcRect/>
            <a:stretch>
              <a:fillRect/>
            </a:stretch>
          </a:blipFill>
        </p:spPr>
      </p:pic>
    </p:spTree>
    <p:extLst>
      <p:ext uri="{BB962C8B-B14F-4D97-AF65-F5344CB8AC3E}">
        <p14:creationId xmlns:p14="http://schemas.microsoft.com/office/powerpoint/2010/main" val="4271710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anim calcmode="lin" valueType="num">
                                      <p:cBhvr>
                                        <p:cTn id="8" dur="250" fill="hold"/>
                                        <p:tgtEl>
                                          <p:spTgt spid="9"/>
                                        </p:tgtEl>
                                        <p:attrNameLst>
                                          <p:attrName>ppt_x</p:attrName>
                                        </p:attrNameLst>
                                      </p:cBhvr>
                                      <p:tavLst>
                                        <p:tav tm="0">
                                          <p:val>
                                            <p:strVal val="#ppt_x"/>
                                          </p:val>
                                        </p:tav>
                                        <p:tav tm="100000">
                                          <p:val>
                                            <p:strVal val="#ppt_x"/>
                                          </p:val>
                                        </p:tav>
                                      </p:tavLst>
                                    </p:anim>
                                    <p:anim calcmode="lin" valueType="num">
                                      <p:cBhvr>
                                        <p:cTn id="9" dur="25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7CA9CF-5F9B-3FB7-6B81-DDBCE964C2B6}"/>
              </a:ext>
            </a:extLst>
          </p:cNvPr>
          <p:cNvSpPr>
            <a:spLocks noGrp="1"/>
          </p:cNvSpPr>
          <p:nvPr>
            <p:ph type="title"/>
          </p:nvPr>
        </p:nvSpPr>
        <p:spPr/>
        <p:txBody>
          <a:bodyPr/>
          <a:lstStyle/>
          <a:p>
            <a:r>
              <a:rPr kumimoji="1" lang="en-US" altLang="ja-JP" dirty="0"/>
              <a:t>eMMC</a:t>
            </a:r>
            <a:r>
              <a:rPr kumimoji="1" lang="ja-JP" altLang="en-US" dirty="0"/>
              <a:t>と</a:t>
            </a:r>
            <a:r>
              <a:rPr kumimoji="1" lang="en-US" altLang="ja-JP" dirty="0"/>
              <a:t>UFS</a:t>
            </a:r>
            <a:r>
              <a:rPr kumimoji="1" lang="ja-JP" altLang="en-US" dirty="0"/>
              <a:t>の信号の違い</a:t>
            </a:r>
          </a:p>
        </p:txBody>
      </p:sp>
      <p:pic>
        <p:nvPicPr>
          <p:cNvPr id="5" name="コンテンツ プレースホルダー 4">
            <a:extLst>
              <a:ext uri="{FF2B5EF4-FFF2-40B4-BE49-F238E27FC236}">
                <a16:creationId xmlns:a16="http://schemas.microsoft.com/office/drawing/2014/main" id="{E13B550A-1184-68CB-6DD9-D9BF32388739}"/>
              </a:ext>
            </a:extLst>
          </p:cNvPr>
          <p:cNvPicPr>
            <a:picLocks noGrp="1" noChangeAspect="1"/>
          </p:cNvPicPr>
          <p:nvPr>
            <p:ph sz="quarter" idx="14"/>
          </p:nvPr>
        </p:nvPicPr>
        <p:blipFill>
          <a:blip r:embed="rId2"/>
          <a:stretch>
            <a:fillRect/>
          </a:stretch>
        </p:blipFill>
        <p:spPr>
          <a:xfrm>
            <a:off x="452585" y="1226636"/>
            <a:ext cx="4314825" cy="2209946"/>
          </a:xfrm>
          <a:prstGeom prst="rect">
            <a:avLst/>
          </a:prstGeom>
        </p:spPr>
      </p:pic>
      <p:pic>
        <p:nvPicPr>
          <p:cNvPr id="6" name="図 5">
            <a:extLst>
              <a:ext uri="{FF2B5EF4-FFF2-40B4-BE49-F238E27FC236}">
                <a16:creationId xmlns:a16="http://schemas.microsoft.com/office/drawing/2014/main" id="{247392C8-0FBA-9E8D-531F-D8D4BD9397A2}"/>
              </a:ext>
            </a:extLst>
          </p:cNvPr>
          <p:cNvPicPr>
            <a:picLocks noChangeAspect="1"/>
          </p:cNvPicPr>
          <p:nvPr/>
        </p:nvPicPr>
        <p:blipFill>
          <a:blip r:embed="rId3"/>
          <a:stretch>
            <a:fillRect/>
          </a:stretch>
        </p:blipFill>
        <p:spPr>
          <a:xfrm>
            <a:off x="389373" y="4205269"/>
            <a:ext cx="4433453" cy="2017221"/>
          </a:xfrm>
          <a:prstGeom prst="rect">
            <a:avLst/>
          </a:prstGeom>
        </p:spPr>
      </p:pic>
      <p:sp>
        <p:nvSpPr>
          <p:cNvPr id="7" name="Content Placeholder 3">
            <a:extLst>
              <a:ext uri="{FF2B5EF4-FFF2-40B4-BE49-F238E27FC236}">
                <a16:creationId xmlns:a16="http://schemas.microsoft.com/office/drawing/2014/main" id="{7C9B29FC-D53A-D7A9-CB83-583634344EC4}"/>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22826" y="1608634"/>
            <a:ext cx="4314778" cy="1688747"/>
          </a:xfrm>
          <a:prstGeom prst="rect">
            <a:avLst/>
          </a:prstGeom>
        </p:spPr>
        <p:txBody>
          <a:bodyPr vert="horz" lIns="91440" tIns="45720" rIns="91440" bIns="45720" rtlCol="0">
            <a:normAutofit/>
          </a:bodyPr>
          <a:lstStyle>
            <a:lvl1pPr marL="171450" indent="-171450" algn="l" defTabSz="685800" rtl="0" eaLnBrk="1" latinLnBrk="0" hangingPunct="1">
              <a:lnSpc>
                <a:spcPct val="120000"/>
              </a:lnSpc>
              <a:spcBef>
                <a:spcPts val="750"/>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1pPr>
            <a:lvl2pPr marL="3429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2pPr>
            <a:lvl3pPr marL="5143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3pPr>
            <a:lvl4pPr marL="6858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4pPr>
            <a:lvl5pPr marL="8572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1875"/>
              </a:spcBef>
              <a:buFont typeface="Arial" panose="020B0604020202020204" pitchFamily="34" charset="0"/>
              <a:buNone/>
            </a:pPr>
            <a:r>
              <a:rPr lang="en-US" altLang="ja-JP" b="1" dirty="0"/>
              <a:t>eMMC</a:t>
            </a:r>
            <a:br>
              <a:rPr lang="en-US" altLang="ja-JP" b="1" dirty="0"/>
            </a:br>
            <a:r>
              <a:rPr lang="ja-JP" altLang="en-US" dirty="0"/>
              <a:t>データバスなので、</a:t>
            </a:r>
            <a:r>
              <a:rPr lang="en-US" altLang="ja-JP" dirty="0"/>
              <a:t>I/O</a:t>
            </a:r>
            <a:r>
              <a:rPr lang="ja-JP" altLang="en-US" dirty="0"/>
              <a:t>でどちらか、一方方向の為、半二重。</a:t>
            </a:r>
            <a:br>
              <a:rPr lang="en-US" altLang="ja-JP" dirty="0"/>
            </a:br>
            <a:r>
              <a:rPr lang="ja-JP" altLang="en-US" dirty="0"/>
              <a:t>データもクロックもシングルエンド</a:t>
            </a:r>
            <a:br>
              <a:rPr lang="en-US" altLang="ja-JP" dirty="0"/>
            </a:br>
            <a:r>
              <a:rPr lang="ja-JP" altLang="en-US" dirty="0"/>
              <a:t>クロックは、</a:t>
            </a:r>
            <a:r>
              <a:rPr lang="en-US" altLang="ja-JP" dirty="0"/>
              <a:t>max</a:t>
            </a:r>
            <a:r>
              <a:rPr lang="ja-JP" altLang="en-US" dirty="0"/>
              <a:t>で</a:t>
            </a:r>
            <a:r>
              <a:rPr lang="en-US" altLang="ja-JP" dirty="0"/>
              <a:t>200MHz</a:t>
            </a:r>
            <a:r>
              <a:rPr lang="ja-JP" altLang="en-US" dirty="0"/>
              <a:t>。両エッジで</a:t>
            </a:r>
            <a:r>
              <a:rPr lang="en-US" altLang="ja-JP" dirty="0"/>
              <a:t>400MHz</a:t>
            </a:r>
            <a:r>
              <a:rPr lang="ja-JP" altLang="en-US" dirty="0"/>
              <a:t>。</a:t>
            </a:r>
            <a:r>
              <a:rPr lang="en-US" altLang="ja-JP" dirty="0"/>
              <a:t>(3.2Gbps)</a:t>
            </a:r>
          </a:p>
          <a:p>
            <a:pPr marL="0" indent="0">
              <a:spcBef>
                <a:spcPts val="1875"/>
              </a:spcBef>
              <a:buFont typeface="Arial" panose="020B0604020202020204" pitchFamily="34" charset="0"/>
              <a:buNone/>
            </a:pPr>
            <a:br>
              <a:rPr lang="en-US" altLang="ja-JP" dirty="0"/>
            </a:br>
            <a:r>
              <a:rPr lang="en-US" altLang="ja-JP" b="1" dirty="0"/>
              <a:t>UFS</a:t>
            </a:r>
            <a:br>
              <a:rPr lang="en-US" altLang="ja-JP" b="1" dirty="0"/>
            </a:br>
            <a:r>
              <a:rPr lang="ja-JP" altLang="en-US" dirty="0"/>
              <a:t>データは</a:t>
            </a:r>
            <a:r>
              <a:rPr lang="en-US" altLang="ja-JP" dirty="0"/>
              <a:t>Tx</a:t>
            </a:r>
            <a:r>
              <a:rPr lang="ja-JP" altLang="en-US" dirty="0"/>
              <a:t>、</a:t>
            </a:r>
            <a:r>
              <a:rPr lang="en-US" altLang="ja-JP" dirty="0"/>
              <a:t>Rx</a:t>
            </a:r>
            <a:r>
              <a:rPr lang="ja-JP" altLang="en-US" dirty="0"/>
              <a:t>で全二重。差動で高速アクセス、最大</a:t>
            </a:r>
            <a:r>
              <a:rPr lang="en-US" altLang="ja-JP" dirty="0"/>
              <a:t>11.66Gbps</a:t>
            </a:r>
          </a:p>
        </p:txBody>
      </p:sp>
      <p:sp>
        <p:nvSpPr>
          <p:cNvPr id="3" name="Content Placeholder 3">
            <a:extLst>
              <a:ext uri="{FF2B5EF4-FFF2-40B4-BE49-F238E27FC236}">
                <a16:creationId xmlns:a16="http://schemas.microsoft.com/office/drawing/2014/main" id="{F88116FD-0CC6-AE01-E70B-555F31898C7D}"/>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29222" y="4205269"/>
            <a:ext cx="4314778" cy="1688747"/>
          </a:xfrm>
          <a:prstGeom prst="rect">
            <a:avLst/>
          </a:prstGeom>
        </p:spPr>
        <p:txBody>
          <a:bodyPr vert="horz" lIns="91440" tIns="45720" rIns="91440" bIns="45720" rtlCol="0">
            <a:normAutofit/>
          </a:bodyPr>
          <a:lstStyle>
            <a:lvl1pPr marL="171450" indent="-171450" algn="l" defTabSz="685800" rtl="0" eaLnBrk="1" latinLnBrk="0" hangingPunct="1">
              <a:lnSpc>
                <a:spcPct val="120000"/>
              </a:lnSpc>
              <a:spcBef>
                <a:spcPts val="750"/>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1pPr>
            <a:lvl2pPr marL="3429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2pPr>
            <a:lvl3pPr marL="5143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3pPr>
            <a:lvl4pPr marL="6858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4pPr>
            <a:lvl5pPr marL="8572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1875"/>
              </a:spcBef>
              <a:buFont typeface="Arial" panose="020B0604020202020204" pitchFamily="34" charset="0"/>
              <a:buNone/>
            </a:pPr>
            <a:r>
              <a:rPr lang="en-US" altLang="ja-JP" b="1" dirty="0"/>
              <a:t>eMMC</a:t>
            </a:r>
            <a:r>
              <a:rPr lang="ja-JP" altLang="en-US" b="1" dirty="0"/>
              <a:t>のコマンド</a:t>
            </a:r>
            <a:br>
              <a:rPr lang="en-US" altLang="ja-JP" b="1" dirty="0"/>
            </a:br>
            <a:r>
              <a:rPr lang="en-US" altLang="ja-JP" dirty="0"/>
              <a:t>CMD17(Read)</a:t>
            </a:r>
            <a:r>
              <a:rPr lang="ja-JP" altLang="en-US" dirty="0"/>
              <a:t>、</a:t>
            </a:r>
            <a:r>
              <a:rPr lang="en-US" altLang="ja-JP" dirty="0"/>
              <a:t>CMD24(Write)</a:t>
            </a:r>
            <a:r>
              <a:rPr lang="ja-JP" altLang="en-US" dirty="0"/>
              <a:t>等で、アクセス</a:t>
            </a:r>
            <a:endParaRPr lang="en-US" altLang="ja-JP" dirty="0"/>
          </a:p>
          <a:p>
            <a:pPr marL="0" indent="0">
              <a:spcBef>
                <a:spcPts val="1875"/>
              </a:spcBef>
              <a:buFont typeface="Arial" panose="020B0604020202020204" pitchFamily="34" charset="0"/>
              <a:buNone/>
            </a:pPr>
            <a:br>
              <a:rPr lang="en-US" altLang="ja-JP" dirty="0"/>
            </a:br>
            <a:r>
              <a:rPr lang="en-US" altLang="ja-JP" b="1" dirty="0"/>
              <a:t>UFS</a:t>
            </a:r>
            <a:br>
              <a:rPr lang="en-US" altLang="ja-JP" b="1" dirty="0"/>
            </a:br>
            <a:r>
              <a:rPr lang="ja-JP" altLang="en-US" dirty="0"/>
              <a:t>ストレージを前提にしているので、</a:t>
            </a:r>
            <a:r>
              <a:rPr lang="en-US" altLang="ja-JP" dirty="0"/>
              <a:t>SCSI</a:t>
            </a:r>
            <a:r>
              <a:rPr lang="ja-JP" altLang="en-US" dirty="0"/>
              <a:t>コマンドが採用されている。</a:t>
            </a:r>
            <a:br>
              <a:rPr lang="en-US" altLang="ja-JP" dirty="0"/>
            </a:br>
            <a:endParaRPr lang="en-US" altLang="ja-JP" dirty="0"/>
          </a:p>
        </p:txBody>
      </p:sp>
    </p:spTree>
    <p:extLst>
      <p:ext uri="{BB962C8B-B14F-4D97-AF65-F5344CB8AC3E}">
        <p14:creationId xmlns:p14="http://schemas.microsoft.com/office/powerpoint/2010/main" val="3431482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iterate>
                                    <p:tmPct val="10000"/>
                                  </p:iterate>
                                  <p:childTnLst>
                                    <p:set>
                                      <p:cBhvr>
                                        <p:cTn id="11" dur="1" fill="hold">
                                          <p:stCondLst>
                                            <p:cond delay="0"/>
                                          </p:stCondLst>
                                        </p:cTn>
                                        <p:tgtEl>
                                          <p:spTgt spid="3"/>
                                        </p:tgtEl>
                                        <p:attrNameLst>
                                          <p:attrName>style.visibility</p:attrName>
                                        </p:attrNameLst>
                                      </p:cBhvr>
                                      <p:to>
                                        <p:strVal val="visible"/>
                                      </p:to>
                                    </p:set>
                                    <p:animEffect transition="in" filter="fade">
                                      <p:cBhvr>
                                        <p:cTn id="12" dur="250"/>
                                        <p:tgtEl>
                                          <p:spTgt spid="3"/>
                                        </p:tgtEl>
                                      </p:cBhvr>
                                    </p:animEffect>
                                    <p:anim calcmode="lin" valueType="num">
                                      <p:cBhvr>
                                        <p:cTn id="13" dur="250" fill="hold"/>
                                        <p:tgtEl>
                                          <p:spTgt spid="3"/>
                                        </p:tgtEl>
                                        <p:attrNameLst>
                                          <p:attrName>ppt_x</p:attrName>
                                        </p:attrNameLst>
                                      </p:cBhvr>
                                      <p:tavLst>
                                        <p:tav tm="0">
                                          <p:val>
                                            <p:strVal val="#ppt_x"/>
                                          </p:val>
                                        </p:tav>
                                        <p:tav tm="100000">
                                          <p:val>
                                            <p:strVal val="#ppt_x"/>
                                          </p:val>
                                        </p:tav>
                                      </p:tavLst>
                                    </p:anim>
                                    <p:anim calcmode="lin" valueType="num">
                                      <p:cBhvr>
                                        <p:cTn id="14"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DA8ED3-70B3-2BF5-FC45-47B3088189A4}"/>
              </a:ext>
            </a:extLst>
          </p:cNvPr>
          <p:cNvSpPr>
            <a:spLocks noGrp="1"/>
          </p:cNvSpPr>
          <p:nvPr>
            <p:ph type="title"/>
          </p:nvPr>
        </p:nvSpPr>
        <p:spPr/>
        <p:txBody>
          <a:bodyPr/>
          <a:lstStyle/>
          <a:p>
            <a:r>
              <a:rPr kumimoji="1" lang="en-US" altLang="ja-JP" dirty="0"/>
              <a:t>Nand</a:t>
            </a:r>
            <a:r>
              <a:rPr kumimoji="1" lang="ja-JP" altLang="en-US" dirty="0"/>
              <a:t>セルのデバイス構造</a:t>
            </a:r>
          </a:p>
        </p:txBody>
      </p:sp>
      <p:pic>
        <p:nvPicPr>
          <p:cNvPr id="5" name="図 4">
            <a:extLst>
              <a:ext uri="{FF2B5EF4-FFF2-40B4-BE49-F238E27FC236}">
                <a16:creationId xmlns:a16="http://schemas.microsoft.com/office/drawing/2014/main" id="{ABE97218-D7D4-D34A-5060-848E2F9DE257}"/>
              </a:ext>
            </a:extLst>
          </p:cNvPr>
          <p:cNvPicPr>
            <a:picLocks noChangeAspect="1"/>
          </p:cNvPicPr>
          <p:nvPr/>
        </p:nvPicPr>
        <p:blipFill>
          <a:blip r:embed="rId2"/>
          <a:stretch>
            <a:fillRect/>
          </a:stretch>
        </p:blipFill>
        <p:spPr>
          <a:xfrm>
            <a:off x="382982" y="1172631"/>
            <a:ext cx="3985819" cy="2256369"/>
          </a:xfrm>
          <a:prstGeom prst="rect">
            <a:avLst/>
          </a:prstGeom>
        </p:spPr>
      </p:pic>
      <p:pic>
        <p:nvPicPr>
          <p:cNvPr id="6" name="図 5">
            <a:extLst>
              <a:ext uri="{FF2B5EF4-FFF2-40B4-BE49-F238E27FC236}">
                <a16:creationId xmlns:a16="http://schemas.microsoft.com/office/drawing/2014/main" id="{ACC3815F-C3D3-7399-C77E-DFD19A5480C1}"/>
              </a:ext>
            </a:extLst>
          </p:cNvPr>
          <p:cNvPicPr>
            <a:picLocks noChangeAspect="1"/>
          </p:cNvPicPr>
          <p:nvPr/>
        </p:nvPicPr>
        <p:blipFill>
          <a:blip r:embed="rId3"/>
          <a:stretch>
            <a:fillRect/>
          </a:stretch>
        </p:blipFill>
        <p:spPr>
          <a:xfrm>
            <a:off x="382982" y="4045014"/>
            <a:ext cx="3985819" cy="2137531"/>
          </a:xfrm>
          <a:prstGeom prst="rect">
            <a:avLst/>
          </a:prstGeom>
        </p:spPr>
      </p:pic>
      <p:sp>
        <p:nvSpPr>
          <p:cNvPr id="9" name="Content Placeholder 3">
            <a:extLst>
              <a:ext uri="{FF2B5EF4-FFF2-40B4-BE49-F238E27FC236}">
                <a16:creationId xmlns:a16="http://schemas.microsoft.com/office/drawing/2014/main" id="{2DF48E03-4A43-4E93-BD11-20ABA04F37E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00" y="1778767"/>
            <a:ext cx="4314778" cy="1044096"/>
          </a:xfrm>
        </p:spPr>
        <p:txBody>
          <a:bodyPr>
            <a:normAutofit/>
          </a:bodyPr>
          <a:lstStyle/>
          <a:p>
            <a:pPr marL="0" indent="0">
              <a:spcBef>
                <a:spcPts val="1875"/>
              </a:spcBef>
              <a:buNone/>
            </a:pPr>
            <a:r>
              <a:rPr lang="en-US" b="1" dirty="0"/>
              <a:t>NAND</a:t>
            </a:r>
            <a:r>
              <a:rPr lang="ja-JP" altLang="en-US" b="1" dirty="0"/>
              <a:t>セル構造イメージ</a:t>
            </a:r>
          </a:p>
          <a:p>
            <a:pPr marL="0" lvl="1" indent="0">
              <a:buNone/>
            </a:pPr>
            <a:r>
              <a:rPr lang="ja-JP" altLang="en-US" dirty="0"/>
              <a:t>絶縁膜に、浮遊ゲートをサンドイッチした構造。</a:t>
            </a:r>
            <a:endParaRPr lang="en-US" altLang="ja-JP" dirty="0"/>
          </a:p>
          <a:p>
            <a:pPr marL="0" lvl="1" indent="0">
              <a:buNone/>
            </a:pPr>
            <a:r>
              <a:rPr lang="ja-JP" altLang="en-US" dirty="0"/>
              <a:t>この浮遊ゲートに電荷を閉じ込め、</a:t>
            </a:r>
            <a:r>
              <a:rPr lang="en-US" altLang="ja-JP" dirty="0"/>
              <a:t>Vt</a:t>
            </a:r>
            <a:r>
              <a:rPr lang="ja-JP" altLang="en-US" dirty="0"/>
              <a:t>を制御することで、ストレージとしての書き込み動作を実現。</a:t>
            </a:r>
            <a:endParaRPr lang="en-US" altLang="ja-JP" dirty="0"/>
          </a:p>
        </p:txBody>
      </p:sp>
      <p:sp>
        <p:nvSpPr>
          <p:cNvPr id="10" name="Content Placeholder 3">
            <a:extLst>
              <a:ext uri="{FF2B5EF4-FFF2-40B4-BE49-F238E27FC236}">
                <a16:creationId xmlns:a16="http://schemas.microsoft.com/office/drawing/2014/main" id="{2BF7348F-66E7-1526-FD5B-A5D3AFD7D436}"/>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00" y="4069683"/>
            <a:ext cx="4314778" cy="1044096"/>
          </a:xfrm>
          <a:prstGeom prst="rect">
            <a:avLst/>
          </a:prstGeom>
        </p:spPr>
        <p:txBody>
          <a:bodyPr vert="horz" lIns="91440" tIns="45720" rIns="91440" bIns="45720" rtlCol="0">
            <a:normAutofit/>
          </a:bodyPr>
          <a:lstStyle>
            <a:lvl1pPr marL="171450" indent="-171450" algn="l" defTabSz="685800" rtl="0" eaLnBrk="1" latinLnBrk="0" hangingPunct="1">
              <a:lnSpc>
                <a:spcPct val="120000"/>
              </a:lnSpc>
              <a:spcBef>
                <a:spcPts val="750"/>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1pPr>
            <a:lvl2pPr marL="3429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2pPr>
            <a:lvl3pPr marL="5143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3pPr>
            <a:lvl4pPr marL="6858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4pPr>
            <a:lvl5pPr marL="8572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1875"/>
              </a:spcBef>
              <a:buFont typeface="Arial" panose="020B0604020202020204" pitchFamily="34" charset="0"/>
              <a:buNone/>
            </a:pPr>
            <a:r>
              <a:rPr lang="ja-JP" altLang="en-US" b="1" dirty="0"/>
              <a:t>データ書き込み</a:t>
            </a:r>
          </a:p>
          <a:p>
            <a:pPr marL="0" lvl="1" indent="0">
              <a:buFont typeface="Arial" panose="020B0604020202020204" pitchFamily="34" charset="0"/>
              <a:buNone/>
            </a:pPr>
            <a:r>
              <a:rPr lang="ja-JP" altLang="en-US" dirty="0"/>
              <a:t>浮遊ゲートに電荷が無い場合は読み出しは１。この状態は、消去済身を示す。電荷を注入することで書き込みを行い、読み出しとしては</a:t>
            </a:r>
            <a:r>
              <a:rPr lang="en-US" altLang="ja-JP" dirty="0"/>
              <a:t>0</a:t>
            </a:r>
            <a:r>
              <a:rPr lang="ja-JP" altLang="en-US" dirty="0"/>
              <a:t>。</a:t>
            </a:r>
            <a:endParaRPr lang="en-US" altLang="ja-JP" dirty="0"/>
          </a:p>
        </p:txBody>
      </p:sp>
      <p:sp>
        <p:nvSpPr>
          <p:cNvPr id="3" name="Content Placeholder 3">
            <a:extLst>
              <a:ext uri="{FF2B5EF4-FFF2-40B4-BE49-F238E27FC236}">
                <a16:creationId xmlns:a16="http://schemas.microsoft.com/office/drawing/2014/main" id="{C8C7EB59-D6B0-58CE-6164-B6D6957C004A}"/>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00" y="4929094"/>
            <a:ext cx="4314778" cy="651574"/>
          </a:xfrm>
          <a:prstGeom prst="rect">
            <a:avLst/>
          </a:prstGeom>
        </p:spPr>
        <p:txBody>
          <a:bodyPr vert="horz" lIns="91440" tIns="45720" rIns="91440" bIns="45720" rtlCol="0">
            <a:normAutofit/>
          </a:bodyPr>
          <a:lstStyle>
            <a:lvl1pPr marL="171450" indent="-171450" algn="l" defTabSz="685800" rtl="0" eaLnBrk="1" latinLnBrk="0" hangingPunct="1">
              <a:lnSpc>
                <a:spcPct val="120000"/>
              </a:lnSpc>
              <a:spcBef>
                <a:spcPts val="750"/>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1pPr>
            <a:lvl2pPr marL="3429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2pPr>
            <a:lvl3pPr marL="5143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3pPr>
            <a:lvl4pPr marL="6858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4pPr>
            <a:lvl5pPr marL="8572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1875"/>
              </a:spcBef>
              <a:buFont typeface="Arial" panose="020B0604020202020204" pitchFamily="34" charset="0"/>
              <a:buNone/>
            </a:pPr>
            <a:r>
              <a:rPr lang="ja-JP" altLang="en-US" b="1" dirty="0"/>
              <a:t>データリテンション</a:t>
            </a:r>
            <a:br>
              <a:rPr lang="en-US" altLang="ja-JP" b="1" dirty="0"/>
            </a:br>
            <a:r>
              <a:rPr lang="ja-JP" altLang="en-US" dirty="0"/>
              <a:t>浮遊ゲートにトラップした電荷が時間経過によって減少する現象</a:t>
            </a:r>
          </a:p>
        </p:txBody>
      </p:sp>
      <p:sp>
        <p:nvSpPr>
          <p:cNvPr id="4" name="Content Placeholder 3">
            <a:extLst>
              <a:ext uri="{FF2B5EF4-FFF2-40B4-BE49-F238E27FC236}">
                <a16:creationId xmlns:a16="http://schemas.microsoft.com/office/drawing/2014/main" id="{B00AD3B0-28F2-C821-23FD-C4E22A455C89}"/>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00" y="5554276"/>
            <a:ext cx="4314778" cy="651574"/>
          </a:xfrm>
          <a:prstGeom prst="rect">
            <a:avLst/>
          </a:prstGeom>
        </p:spPr>
        <p:txBody>
          <a:bodyPr vert="horz" lIns="91440" tIns="45720" rIns="91440" bIns="45720" rtlCol="0">
            <a:normAutofit/>
          </a:bodyPr>
          <a:lstStyle>
            <a:lvl1pPr marL="171450" indent="-171450" algn="l" defTabSz="685800" rtl="0" eaLnBrk="1" latinLnBrk="0" hangingPunct="1">
              <a:lnSpc>
                <a:spcPct val="120000"/>
              </a:lnSpc>
              <a:spcBef>
                <a:spcPts val="750"/>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1pPr>
            <a:lvl2pPr marL="3429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2pPr>
            <a:lvl3pPr marL="5143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3pPr>
            <a:lvl4pPr marL="6858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4pPr>
            <a:lvl5pPr marL="8572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1875"/>
              </a:spcBef>
              <a:buFont typeface="Arial" panose="020B0604020202020204" pitchFamily="34" charset="0"/>
              <a:buNone/>
            </a:pPr>
            <a:r>
              <a:rPr lang="en-US" altLang="ja-JP" b="1" dirty="0"/>
              <a:t>P/E</a:t>
            </a:r>
            <a:r>
              <a:rPr lang="ja-JP" altLang="en-US" b="1" dirty="0"/>
              <a:t>回数制限</a:t>
            </a:r>
            <a:br>
              <a:rPr lang="en-US" altLang="ja-JP" b="1" dirty="0"/>
            </a:br>
            <a:r>
              <a:rPr lang="ja-JP" altLang="en-US" dirty="0"/>
              <a:t>メモリセルにライト、リードを繰り返すと、セルの</a:t>
            </a:r>
            <a:r>
              <a:rPr lang="en-US" altLang="ja-JP" dirty="0"/>
              <a:t>Lifetime</a:t>
            </a:r>
            <a:r>
              <a:rPr lang="ja-JP" altLang="en-US" dirty="0"/>
              <a:t>の制限に制限がある。</a:t>
            </a:r>
            <a:br>
              <a:rPr lang="en-US" altLang="ja-JP" dirty="0"/>
            </a:br>
            <a:r>
              <a:rPr lang="en-US" altLang="ja-JP" dirty="0"/>
              <a:t>Write booster</a:t>
            </a:r>
            <a:r>
              <a:rPr lang="ja-JP" altLang="en-US" dirty="0"/>
              <a:t>の使用に注意が必要となる。</a:t>
            </a:r>
            <a:endParaRPr lang="en-US" altLang="ja-JP" dirty="0"/>
          </a:p>
        </p:txBody>
      </p:sp>
    </p:spTree>
    <p:extLst>
      <p:ext uri="{BB962C8B-B14F-4D97-AF65-F5344CB8AC3E}">
        <p14:creationId xmlns:p14="http://schemas.microsoft.com/office/powerpoint/2010/main" val="3914970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anim calcmode="lin" valueType="num">
                                      <p:cBhvr>
                                        <p:cTn id="8" dur="250" fill="hold"/>
                                        <p:tgtEl>
                                          <p:spTgt spid="9"/>
                                        </p:tgtEl>
                                        <p:attrNameLst>
                                          <p:attrName>ppt_x</p:attrName>
                                        </p:attrNameLst>
                                      </p:cBhvr>
                                      <p:tavLst>
                                        <p:tav tm="0">
                                          <p:val>
                                            <p:strVal val="#ppt_x"/>
                                          </p:val>
                                        </p:tav>
                                        <p:tav tm="100000">
                                          <p:val>
                                            <p:strVal val="#ppt_x"/>
                                          </p:val>
                                        </p:tav>
                                      </p:tavLst>
                                    </p:anim>
                                    <p:anim calcmode="lin" valueType="num">
                                      <p:cBhvr>
                                        <p:cTn id="9" dur="25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iterate>
                                    <p:tmPct val="10000"/>
                                  </p:iterate>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anim calcmode="lin" valueType="num">
                                      <p:cBhvr>
                                        <p:cTn id="13" dur="250" fill="hold"/>
                                        <p:tgtEl>
                                          <p:spTgt spid="10"/>
                                        </p:tgtEl>
                                        <p:attrNameLst>
                                          <p:attrName>ppt_x</p:attrName>
                                        </p:attrNameLst>
                                      </p:cBhvr>
                                      <p:tavLst>
                                        <p:tav tm="0">
                                          <p:val>
                                            <p:strVal val="#ppt_x"/>
                                          </p:val>
                                        </p:tav>
                                        <p:tav tm="100000">
                                          <p:val>
                                            <p:strVal val="#ppt_x"/>
                                          </p:val>
                                        </p:tav>
                                      </p:tavLst>
                                    </p:anim>
                                    <p:anim calcmode="lin" valueType="num">
                                      <p:cBhvr>
                                        <p:cTn id="14" dur="250" fill="hold"/>
                                        <p:tgtEl>
                                          <p:spTgt spid="1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250"/>
                                  </p:stCondLst>
                                  <p:iterate>
                                    <p:tmPct val="10000"/>
                                  </p:iterate>
                                  <p:childTnLst>
                                    <p:set>
                                      <p:cBhvr>
                                        <p:cTn id="16" dur="1" fill="hold">
                                          <p:stCondLst>
                                            <p:cond delay="0"/>
                                          </p:stCondLst>
                                        </p:cTn>
                                        <p:tgtEl>
                                          <p:spTgt spid="3"/>
                                        </p:tgtEl>
                                        <p:attrNameLst>
                                          <p:attrName>style.visibility</p:attrName>
                                        </p:attrNameLst>
                                      </p:cBhvr>
                                      <p:to>
                                        <p:strVal val="visible"/>
                                      </p:to>
                                    </p:set>
                                    <p:animEffect transition="in" filter="fade">
                                      <p:cBhvr>
                                        <p:cTn id="17" dur="250"/>
                                        <p:tgtEl>
                                          <p:spTgt spid="3"/>
                                        </p:tgtEl>
                                      </p:cBhvr>
                                    </p:animEffect>
                                    <p:anim calcmode="lin" valueType="num">
                                      <p:cBhvr>
                                        <p:cTn id="18" dur="250" fill="hold"/>
                                        <p:tgtEl>
                                          <p:spTgt spid="3"/>
                                        </p:tgtEl>
                                        <p:attrNameLst>
                                          <p:attrName>ppt_x</p:attrName>
                                        </p:attrNameLst>
                                      </p:cBhvr>
                                      <p:tavLst>
                                        <p:tav tm="0">
                                          <p:val>
                                            <p:strVal val="#ppt_x"/>
                                          </p:val>
                                        </p:tav>
                                        <p:tav tm="100000">
                                          <p:val>
                                            <p:strVal val="#ppt_x"/>
                                          </p:val>
                                        </p:tav>
                                      </p:tavLst>
                                    </p:anim>
                                    <p:anim calcmode="lin" valueType="num">
                                      <p:cBhvr>
                                        <p:cTn id="19" dur="250" fill="hold"/>
                                        <p:tgtEl>
                                          <p:spTgt spid="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250"/>
                                  </p:stCondLst>
                                  <p:iterate>
                                    <p:tmPct val="10000"/>
                                  </p:iterate>
                                  <p:childTnLst>
                                    <p:set>
                                      <p:cBhvr>
                                        <p:cTn id="21" dur="1" fill="hold">
                                          <p:stCondLst>
                                            <p:cond delay="0"/>
                                          </p:stCondLst>
                                        </p:cTn>
                                        <p:tgtEl>
                                          <p:spTgt spid="4"/>
                                        </p:tgtEl>
                                        <p:attrNameLst>
                                          <p:attrName>style.visibility</p:attrName>
                                        </p:attrNameLst>
                                      </p:cBhvr>
                                      <p:to>
                                        <p:strVal val="visible"/>
                                      </p:to>
                                    </p:set>
                                    <p:animEffect transition="in" filter="fade">
                                      <p:cBhvr>
                                        <p:cTn id="22" dur="250"/>
                                        <p:tgtEl>
                                          <p:spTgt spid="4"/>
                                        </p:tgtEl>
                                      </p:cBhvr>
                                    </p:animEffect>
                                    <p:anim calcmode="lin" valueType="num">
                                      <p:cBhvr>
                                        <p:cTn id="23" dur="250" fill="hold"/>
                                        <p:tgtEl>
                                          <p:spTgt spid="4"/>
                                        </p:tgtEl>
                                        <p:attrNameLst>
                                          <p:attrName>ppt_x</p:attrName>
                                        </p:attrNameLst>
                                      </p:cBhvr>
                                      <p:tavLst>
                                        <p:tav tm="0">
                                          <p:val>
                                            <p:strVal val="#ppt_x"/>
                                          </p:val>
                                        </p:tav>
                                        <p:tav tm="100000">
                                          <p:val>
                                            <p:strVal val="#ppt_x"/>
                                          </p:val>
                                        </p:tav>
                                      </p:tavLst>
                                    </p:anim>
                                    <p:anim calcmode="lin" valueType="num">
                                      <p:cBhvr>
                                        <p:cTn id="24"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3"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6BFBAC-C894-233B-143C-08CA3DF4EC2F}"/>
              </a:ext>
            </a:extLst>
          </p:cNvPr>
          <p:cNvSpPr>
            <a:spLocks noGrp="1"/>
          </p:cNvSpPr>
          <p:nvPr>
            <p:ph type="title"/>
          </p:nvPr>
        </p:nvSpPr>
        <p:spPr/>
        <p:txBody>
          <a:bodyPr/>
          <a:lstStyle/>
          <a:p>
            <a:r>
              <a:rPr kumimoji="1" lang="ja-JP" altLang="en-US" dirty="0"/>
              <a:t>多値制御回路</a:t>
            </a:r>
          </a:p>
        </p:txBody>
      </p:sp>
      <p:pic>
        <p:nvPicPr>
          <p:cNvPr id="8" name="図 7">
            <a:extLst>
              <a:ext uri="{FF2B5EF4-FFF2-40B4-BE49-F238E27FC236}">
                <a16:creationId xmlns:a16="http://schemas.microsoft.com/office/drawing/2014/main" id="{24869565-6CC3-F05A-9E35-53D14D55D5CA}"/>
              </a:ext>
            </a:extLst>
          </p:cNvPr>
          <p:cNvPicPr>
            <a:picLocks noChangeAspect="1"/>
          </p:cNvPicPr>
          <p:nvPr/>
        </p:nvPicPr>
        <p:blipFill>
          <a:blip r:embed="rId2"/>
          <a:stretch>
            <a:fillRect/>
          </a:stretch>
        </p:blipFill>
        <p:spPr>
          <a:xfrm>
            <a:off x="402195" y="1274444"/>
            <a:ext cx="4169805" cy="2344213"/>
          </a:xfrm>
          <a:prstGeom prst="rect">
            <a:avLst/>
          </a:prstGeom>
        </p:spPr>
      </p:pic>
      <p:sp>
        <p:nvSpPr>
          <p:cNvPr id="9" name="Content Placeholder 3">
            <a:extLst>
              <a:ext uri="{FF2B5EF4-FFF2-40B4-BE49-F238E27FC236}">
                <a16:creationId xmlns:a16="http://schemas.microsoft.com/office/drawing/2014/main" id="{2FE0A5D9-88DD-3499-E4E2-E6EFC10C7B8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4060" y="1402454"/>
            <a:ext cx="3897745" cy="1044096"/>
          </a:xfrm>
        </p:spPr>
        <p:txBody>
          <a:bodyPr>
            <a:normAutofit/>
          </a:bodyPr>
          <a:lstStyle/>
          <a:p>
            <a:pPr marL="0" indent="0">
              <a:spcBef>
                <a:spcPts val="1875"/>
              </a:spcBef>
              <a:buNone/>
            </a:pPr>
            <a:r>
              <a:rPr lang="ja-JP" altLang="en-US" b="1" dirty="0"/>
              <a:t>多値制御書き込み</a:t>
            </a:r>
          </a:p>
          <a:p>
            <a:pPr marL="0" lvl="1" indent="0">
              <a:buNone/>
            </a:pPr>
            <a:r>
              <a:rPr lang="ja-JP" altLang="en-US" dirty="0"/>
              <a:t>セル構造は同じ。</a:t>
            </a:r>
            <a:endParaRPr lang="en-US" altLang="ja-JP" dirty="0"/>
          </a:p>
          <a:p>
            <a:pPr marL="0" lvl="1" indent="0">
              <a:buNone/>
            </a:pPr>
            <a:r>
              <a:rPr lang="ja-JP" altLang="en-US" dirty="0"/>
              <a:t>多値を表現する為、注入する電荷量を制御。</a:t>
            </a:r>
            <a:endParaRPr lang="en-US" altLang="ja-JP" dirty="0"/>
          </a:p>
        </p:txBody>
      </p:sp>
      <p:sp>
        <p:nvSpPr>
          <p:cNvPr id="10" name="Content Placeholder 3">
            <a:extLst>
              <a:ext uri="{FF2B5EF4-FFF2-40B4-BE49-F238E27FC236}">
                <a16:creationId xmlns:a16="http://schemas.microsoft.com/office/drawing/2014/main" id="{06AF4188-F02C-95C7-208A-B8BE9C2A3C19}"/>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4060" y="2681690"/>
            <a:ext cx="3897745" cy="1044096"/>
          </a:xfrm>
          <a:prstGeom prst="rect">
            <a:avLst/>
          </a:prstGeom>
        </p:spPr>
        <p:txBody>
          <a:bodyPr vert="horz" lIns="91440" tIns="45720" rIns="91440" bIns="45720" rtlCol="0">
            <a:normAutofit/>
          </a:bodyPr>
          <a:lstStyle>
            <a:lvl1pPr marL="171450" indent="-171450" algn="l" defTabSz="685800" rtl="0" eaLnBrk="1" latinLnBrk="0" hangingPunct="1">
              <a:lnSpc>
                <a:spcPct val="120000"/>
              </a:lnSpc>
              <a:spcBef>
                <a:spcPts val="750"/>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1pPr>
            <a:lvl2pPr marL="3429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2pPr>
            <a:lvl3pPr marL="5143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3pPr>
            <a:lvl4pPr marL="6858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4pPr>
            <a:lvl5pPr marL="8572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1875"/>
              </a:spcBef>
              <a:buFont typeface="Arial" panose="020B0604020202020204" pitchFamily="34" charset="0"/>
              <a:buNone/>
            </a:pPr>
            <a:r>
              <a:rPr lang="ja-JP" altLang="en-US" b="1" dirty="0"/>
              <a:t>多値制御読み出し</a:t>
            </a:r>
          </a:p>
          <a:p>
            <a:pPr marL="0" lvl="1" indent="0">
              <a:buFont typeface="Arial" panose="020B0604020202020204" pitchFamily="34" charset="0"/>
              <a:buNone/>
            </a:pPr>
            <a:r>
              <a:rPr lang="ja-JP" altLang="en-US" dirty="0"/>
              <a:t>浮遊ゲートに蓄積される電荷に応じて閾値が変わる。ゲート電圧を</a:t>
            </a:r>
            <a:r>
              <a:rPr lang="en-US" altLang="ja-JP" dirty="0"/>
              <a:t>scan</a:t>
            </a:r>
            <a:r>
              <a:rPr lang="ja-JP" altLang="en-US" dirty="0"/>
              <a:t>して、出力が変化する</a:t>
            </a:r>
            <a:r>
              <a:rPr lang="en-US" altLang="ja-JP" dirty="0"/>
              <a:t>Vt</a:t>
            </a:r>
            <a:r>
              <a:rPr lang="ja-JP" altLang="en-US" dirty="0"/>
              <a:t>で多値のリード値をデコードする。</a:t>
            </a:r>
            <a:endParaRPr lang="en-US" altLang="ja-JP" dirty="0"/>
          </a:p>
        </p:txBody>
      </p:sp>
      <p:sp>
        <p:nvSpPr>
          <p:cNvPr id="3" name="Content Placeholder 3">
            <a:extLst>
              <a:ext uri="{FF2B5EF4-FFF2-40B4-BE49-F238E27FC236}">
                <a16:creationId xmlns:a16="http://schemas.microsoft.com/office/drawing/2014/main" id="{B05508E0-1CA0-C523-14D8-C47486FDE147}"/>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4060" y="3725786"/>
            <a:ext cx="3897745" cy="1044096"/>
          </a:xfrm>
          <a:prstGeom prst="rect">
            <a:avLst/>
          </a:prstGeom>
        </p:spPr>
        <p:txBody>
          <a:bodyPr vert="horz" lIns="91440" tIns="45720" rIns="91440" bIns="45720" rtlCol="0">
            <a:normAutofit/>
          </a:bodyPr>
          <a:lstStyle>
            <a:lvl1pPr marL="171450" indent="-171450" algn="l" defTabSz="685800" rtl="0" eaLnBrk="1" latinLnBrk="0" hangingPunct="1">
              <a:lnSpc>
                <a:spcPct val="120000"/>
              </a:lnSpc>
              <a:spcBef>
                <a:spcPts val="750"/>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1pPr>
            <a:lvl2pPr marL="3429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2pPr>
            <a:lvl3pPr marL="5143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3pPr>
            <a:lvl4pPr marL="6858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4pPr>
            <a:lvl5pPr marL="8572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1875"/>
              </a:spcBef>
              <a:buNone/>
            </a:pPr>
            <a:r>
              <a:rPr lang="ja-JP" altLang="en-US" b="1" dirty="0"/>
              <a:t>多値制御の種類</a:t>
            </a:r>
            <a:br>
              <a:rPr lang="en-US" altLang="ja-JP" b="1" dirty="0"/>
            </a:br>
            <a:r>
              <a:rPr lang="en-US" altLang="ja-JP" dirty="0"/>
              <a:t>SLC(Single Level Cell) 1bit</a:t>
            </a:r>
            <a:br>
              <a:rPr lang="en-US" altLang="ja-JP" dirty="0"/>
            </a:br>
            <a:r>
              <a:rPr lang="en-US" altLang="ja-JP" dirty="0"/>
              <a:t>MLC(Multi Level Cell) 2bit</a:t>
            </a:r>
            <a:br>
              <a:rPr lang="en-US" altLang="ja-JP" dirty="0"/>
            </a:br>
            <a:r>
              <a:rPr lang="en-US" altLang="ja-JP" dirty="0"/>
              <a:t>TLC(Triple Level Cell) 3bit</a:t>
            </a:r>
            <a:br>
              <a:rPr lang="en-US" altLang="ja-JP" dirty="0"/>
            </a:br>
            <a:r>
              <a:rPr lang="en-US" altLang="ja-JP" dirty="0"/>
              <a:t>QLC(Quad Level Cell)4bit</a:t>
            </a:r>
            <a:endParaRPr lang="ja-JP" altLang="en-US" dirty="0"/>
          </a:p>
        </p:txBody>
      </p:sp>
      <p:sp>
        <p:nvSpPr>
          <p:cNvPr id="4" name="Content Placeholder 3">
            <a:extLst>
              <a:ext uri="{FF2B5EF4-FFF2-40B4-BE49-F238E27FC236}">
                <a16:creationId xmlns:a16="http://schemas.microsoft.com/office/drawing/2014/main" id="{102C5889-1B00-F432-8165-80106C3C6EEB}"/>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4059" y="4933498"/>
            <a:ext cx="3897745" cy="1044096"/>
          </a:xfrm>
          <a:prstGeom prst="rect">
            <a:avLst/>
          </a:prstGeom>
        </p:spPr>
        <p:txBody>
          <a:bodyPr vert="horz" lIns="91440" tIns="45720" rIns="91440" bIns="45720" rtlCol="0">
            <a:normAutofit/>
          </a:bodyPr>
          <a:lstStyle>
            <a:lvl1pPr marL="171450" indent="-171450" algn="l" defTabSz="685800" rtl="0" eaLnBrk="1" latinLnBrk="0" hangingPunct="1">
              <a:lnSpc>
                <a:spcPct val="120000"/>
              </a:lnSpc>
              <a:spcBef>
                <a:spcPts val="750"/>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1pPr>
            <a:lvl2pPr marL="3429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2pPr>
            <a:lvl3pPr marL="5143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3pPr>
            <a:lvl4pPr marL="6858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4pPr>
            <a:lvl5pPr marL="8572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1875"/>
              </a:spcBef>
              <a:buNone/>
            </a:pPr>
            <a:r>
              <a:rPr lang="en-US" altLang="ja-JP" b="1" dirty="0"/>
              <a:t>P/E</a:t>
            </a:r>
            <a:r>
              <a:rPr lang="ja-JP" altLang="en-US" b="1" dirty="0"/>
              <a:t>許容回数</a:t>
            </a:r>
            <a:br>
              <a:rPr lang="en-US" altLang="ja-JP" b="1" dirty="0"/>
            </a:br>
            <a:r>
              <a:rPr lang="en-US" altLang="ja-JP" dirty="0"/>
              <a:t>SLC</a:t>
            </a:r>
            <a:r>
              <a:rPr lang="ja-JP" altLang="en-US" dirty="0"/>
              <a:t> </a:t>
            </a:r>
            <a:r>
              <a:rPr lang="en-US" altLang="ja-JP" dirty="0"/>
              <a:t>&gt; </a:t>
            </a:r>
            <a:r>
              <a:rPr lang="en-US" altLang="ja-JP" dirty="0" err="1"/>
              <a:t>pSLC</a:t>
            </a:r>
            <a:r>
              <a:rPr lang="en-US" altLang="ja-JP" dirty="0"/>
              <a:t> &gt; MLC &gt; TLC &gt; QLC</a:t>
            </a:r>
            <a:br>
              <a:rPr lang="en-US" altLang="ja-JP" dirty="0"/>
            </a:br>
            <a:r>
              <a:rPr lang="ja-JP" altLang="en-US" dirty="0"/>
              <a:t>この制限から、</a:t>
            </a:r>
            <a:r>
              <a:rPr lang="en-US" altLang="ja-JP" dirty="0"/>
              <a:t>write booster</a:t>
            </a:r>
            <a:r>
              <a:rPr lang="ja-JP" altLang="en-US" dirty="0"/>
              <a:t>は</a:t>
            </a:r>
            <a:r>
              <a:rPr lang="en-US" altLang="ja-JP" dirty="0" err="1"/>
              <a:t>pSLC</a:t>
            </a:r>
            <a:r>
              <a:rPr lang="ja-JP" altLang="en-US" dirty="0"/>
              <a:t>で実施。</a:t>
            </a:r>
            <a:br>
              <a:rPr lang="en-US" altLang="ja-JP" dirty="0"/>
            </a:br>
            <a:endParaRPr lang="ja-JP" altLang="en-US" dirty="0"/>
          </a:p>
        </p:txBody>
      </p:sp>
      <p:sp>
        <p:nvSpPr>
          <p:cNvPr id="5" name="正方形/長方形 4">
            <a:extLst>
              <a:ext uri="{FF2B5EF4-FFF2-40B4-BE49-F238E27FC236}">
                <a16:creationId xmlns:a16="http://schemas.microsoft.com/office/drawing/2014/main" id="{4E38514B-B098-E08B-5103-528C6FD924DB}"/>
              </a:ext>
            </a:extLst>
          </p:cNvPr>
          <p:cNvSpPr/>
          <p:nvPr/>
        </p:nvSpPr>
        <p:spPr>
          <a:xfrm>
            <a:off x="814387" y="2393797"/>
            <a:ext cx="1176338" cy="2878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2E2A6A79-5289-4AC7-3724-E3F013E714B5}"/>
              </a:ext>
            </a:extLst>
          </p:cNvPr>
          <p:cNvSpPr/>
          <p:nvPr/>
        </p:nvSpPr>
        <p:spPr>
          <a:xfrm rot="5400000">
            <a:off x="991085" y="2814792"/>
            <a:ext cx="822941" cy="2878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87234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anim calcmode="lin" valueType="num">
                                      <p:cBhvr>
                                        <p:cTn id="8" dur="250" fill="hold"/>
                                        <p:tgtEl>
                                          <p:spTgt spid="9"/>
                                        </p:tgtEl>
                                        <p:attrNameLst>
                                          <p:attrName>ppt_x</p:attrName>
                                        </p:attrNameLst>
                                      </p:cBhvr>
                                      <p:tavLst>
                                        <p:tav tm="0">
                                          <p:val>
                                            <p:strVal val="#ppt_x"/>
                                          </p:val>
                                        </p:tav>
                                        <p:tav tm="100000">
                                          <p:val>
                                            <p:strVal val="#ppt_x"/>
                                          </p:val>
                                        </p:tav>
                                      </p:tavLst>
                                    </p:anim>
                                    <p:anim calcmode="lin" valueType="num">
                                      <p:cBhvr>
                                        <p:cTn id="9" dur="25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iterate>
                                    <p:tmPct val="10000"/>
                                  </p:iterate>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anim calcmode="lin" valueType="num">
                                      <p:cBhvr>
                                        <p:cTn id="13" dur="250" fill="hold"/>
                                        <p:tgtEl>
                                          <p:spTgt spid="10"/>
                                        </p:tgtEl>
                                        <p:attrNameLst>
                                          <p:attrName>ppt_x</p:attrName>
                                        </p:attrNameLst>
                                      </p:cBhvr>
                                      <p:tavLst>
                                        <p:tav tm="0">
                                          <p:val>
                                            <p:strVal val="#ppt_x"/>
                                          </p:val>
                                        </p:tav>
                                        <p:tav tm="100000">
                                          <p:val>
                                            <p:strVal val="#ppt_x"/>
                                          </p:val>
                                        </p:tav>
                                      </p:tavLst>
                                    </p:anim>
                                    <p:anim calcmode="lin" valueType="num">
                                      <p:cBhvr>
                                        <p:cTn id="14" dur="250" fill="hold"/>
                                        <p:tgtEl>
                                          <p:spTgt spid="1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250"/>
                                  </p:stCondLst>
                                  <p:iterate>
                                    <p:tmPct val="10000"/>
                                  </p:iterate>
                                  <p:childTnLst>
                                    <p:set>
                                      <p:cBhvr>
                                        <p:cTn id="16" dur="1" fill="hold">
                                          <p:stCondLst>
                                            <p:cond delay="0"/>
                                          </p:stCondLst>
                                        </p:cTn>
                                        <p:tgtEl>
                                          <p:spTgt spid="3"/>
                                        </p:tgtEl>
                                        <p:attrNameLst>
                                          <p:attrName>style.visibility</p:attrName>
                                        </p:attrNameLst>
                                      </p:cBhvr>
                                      <p:to>
                                        <p:strVal val="visible"/>
                                      </p:to>
                                    </p:set>
                                    <p:animEffect transition="in" filter="fade">
                                      <p:cBhvr>
                                        <p:cTn id="17" dur="250"/>
                                        <p:tgtEl>
                                          <p:spTgt spid="3"/>
                                        </p:tgtEl>
                                      </p:cBhvr>
                                    </p:animEffect>
                                    <p:anim calcmode="lin" valueType="num">
                                      <p:cBhvr>
                                        <p:cTn id="18" dur="250" fill="hold"/>
                                        <p:tgtEl>
                                          <p:spTgt spid="3"/>
                                        </p:tgtEl>
                                        <p:attrNameLst>
                                          <p:attrName>ppt_x</p:attrName>
                                        </p:attrNameLst>
                                      </p:cBhvr>
                                      <p:tavLst>
                                        <p:tav tm="0">
                                          <p:val>
                                            <p:strVal val="#ppt_x"/>
                                          </p:val>
                                        </p:tav>
                                        <p:tav tm="100000">
                                          <p:val>
                                            <p:strVal val="#ppt_x"/>
                                          </p:val>
                                        </p:tav>
                                      </p:tavLst>
                                    </p:anim>
                                    <p:anim calcmode="lin" valueType="num">
                                      <p:cBhvr>
                                        <p:cTn id="19" dur="250" fill="hold"/>
                                        <p:tgtEl>
                                          <p:spTgt spid="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250"/>
                                  </p:stCondLst>
                                  <p:iterate>
                                    <p:tmPct val="10000"/>
                                  </p:iterate>
                                  <p:childTnLst>
                                    <p:set>
                                      <p:cBhvr>
                                        <p:cTn id="21" dur="1" fill="hold">
                                          <p:stCondLst>
                                            <p:cond delay="0"/>
                                          </p:stCondLst>
                                        </p:cTn>
                                        <p:tgtEl>
                                          <p:spTgt spid="4"/>
                                        </p:tgtEl>
                                        <p:attrNameLst>
                                          <p:attrName>style.visibility</p:attrName>
                                        </p:attrNameLst>
                                      </p:cBhvr>
                                      <p:to>
                                        <p:strVal val="visible"/>
                                      </p:to>
                                    </p:set>
                                    <p:animEffect transition="in" filter="fade">
                                      <p:cBhvr>
                                        <p:cTn id="22" dur="250"/>
                                        <p:tgtEl>
                                          <p:spTgt spid="4"/>
                                        </p:tgtEl>
                                      </p:cBhvr>
                                    </p:animEffect>
                                    <p:anim calcmode="lin" valueType="num">
                                      <p:cBhvr>
                                        <p:cTn id="23" dur="250" fill="hold"/>
                                        <p:tgtEl>
                                          <p:spTgt spid="4"/>
                                        </p:tgtEl>
                                        <p:attrNameLst>
                                          <p:attrName>ppt_x</p:attrName>
                                        </p:attrNameLst>
                                      </p:cBhvr>
                                      <p:tavLst>
                                        <p:tav tm="0">
                                          <p:val>
                                            <p:strVal val="#ppt_x"/>
                                          </p:val>
                                        </p:tav>
                                        <p:tav tm="100000">
                                          <p:val>
                                            <p:strVal val="#ppt_x"/>
                                          </p:val>
                                        </p:tav>
                                      </p:tavLst>
                                    </p:anim>
                                    <p:anim calcmode="lin" valueType="num">
                                      <p:cBhvr>
                                        <p:cTn id="24"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3"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000135-A43E-C3A2-59C2-76A9CFFF6348}"/>
              </a:ext>
            </a:extLst>
          </p:cNvPr>
          <p:cNvSpPr>
            <a:spLocks noGrp="1"/>
          </p:cNvSpPr>
          <p:nvPr>
            <p:ph type="title"/>
          </p:nvPr>
        </p:nvSpPr>
        <p:spPr>
          <a:xfrm>
            <a:off x="400051" y="533400"/>
            <a:ext cx="4800022" cy="593436"/>
          </a:xfrm>
        </p:spPr>
        <p:txBody>
          <a:bodyPr>
            <a:normAutofit/>
          </a:bodyPr>
          <a:lstStyle/>
          <a:p>
            <a:r>
              <a:rPr kumimoji="1" lang="en-US" altLang="ja-JP" dirty="0"/>
              <a:t>NAND</a:t>
            </a:r>
            <a:r>
              <a:rPr kumimoji="1" lang="ja-JP" altLang="en-US" dirty="0"/>
              <a:t>メモリの構成、ブロック、ページの概念</a:t>
            </a:r>
          </a:p>
        </p:txBody>
      </p:sp>
      <p:pic>
        <p:nvPicPr>
          <p:cNvPr id="6" name="図 5">
            <a:extLst>
              <a:ext uri="{FF2B5EF4-FFF2-40B4-BE49-F238E27FC236}">
                <a16:creationId xmlns:a16="http://schemas.microsoft.com/office/drawing/2014/main" id="{AFB754FA-E5BE-6B11-B8F8-6D068652C782}"/>
              </a:ext>
            </a:extLst>
          </p:cNvPr>
          <p:cNvPicPr>
            <a:picLocks noChangeAspect="1"/>
          </p:cNvPicPr>
          <p:nvPr/>
        </p:nvPicPr>
        <p:blipFill>
          <a:blip r:embed="rId2"/>
          <a:stretch>
            <a:fillRect/>
          </a:stretch>
        </p:blipFill>
        <p:spPr>
          <a:xfrm>
            <a:off x="1391421" y="1126836"/>
            <a:ext cx="6820041" cy="2548147"/>
          </a:xfrm>
          <a:prstGeom prst="rect">
            <a:avLst/>
          </a:prstGeom>
        </p:spPr>
      </p:pic>
      <p:pic>
        <p:nvPicPr>
          <p:cNvPr id="8" name="図 7">
            <a:extLst>
              <a:ext uri="{FF2B5EF4-FFF2-40B4-BE49-F238E27FC236}">
                <a16:creationId xmlns:a16="http://schemas.microsoft.com/office/drawing/2014/main" id="{A1239289-DB20-E351-FA79-BF107847BB54}"/>
              </a:ext>
            </a:extLst>
          </p:cNvPr>
          <p:cNvPicPr>
            <a:picLocks noChangeAspect="1"/>
          </p:cNvPicPr>
          <p:nvPr/>
        </p:nvPicPr>
        <p:blipFill>
          <a:blip r:embed="rId3"/>
          <a:stretch>
            <a:fillRect/>
          </a:stretch>
        </p:blipFill>
        <p:spPr>
          <a:xfrm>
            <a:off x="1016957" y="5298010"/>
            <a:ext cx="4931884" cy="1078054"/>
          </a:xfrm>
          <a:prstGeom prst="rect">
            <a:avLst/>
          </a:prstGeom>
        </p:spPr>
      </p:pic>
      <p:sp>
        <p:nvSpPr>
          <p:cNvPr id="9" name="Content Placeholder 3">
            <a:extLst>
              <a:ext uri="{FF2B5EF4-FFF2-40B4-BE49-F238E27FC236}">
                <a16:creationId xmlns:a16="http://schemas.microsoft.com/office/drawing/2014/main" id="{1E660236-39E2-51DF-62A6-BA77176DA9F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123783" y="3738615"/>
            <a:ext cx="3151270" cy="1418005"/>
          </a:xfrm>
        </p:spPr>
        <p:txBody>
          <a:bodyPr>
            <a:normAutofit/>
          </a:bodyPr>
          <a:lstStyle/>
          <a:p>
            <a:pPr marL="0" indent="0">
              <a:spcBef>
                <a:spcPts val="1875"/>
              </a:spcBef>
              <a:buNone/>
            </a:pPr>
            <a:r>
              <a:rPr lang="ja-JP" altLang="en-US" b="1" dirty="0"/>
              <a:t>読み出し、書き込み方法。。。</a:t>
            </a:r>
            <a:br>
              <a:rPr lang="en-US" altLang="ja-JP" dirty="0"/>
            </a:br>
            <a:r>
              <a:rPr lang="ja-JP" altLang="en-US" dirty="0"/>
              <a:t>　ワードライン単位でアクセスする。</a:t>
            </a:r>
            <a:br>
              <a:rPr lang="en-US" altLang="ja-JP" dirty="0"/>
            </a:br>
            <a:r>
              <a:rPr lang="ja-JP" altLang="en-US" b="1" dirty="0"/>
              <a:t>消去</a:t>
            </a:r>
            <a:br>
              <a:rPr lang="en-US" altLang="ja-JP" b="1" dirty="0"/>
            </a:br>
            <a:r>
              <a:rPr lang="ja-JP" altLang="en-US" b="1" dirty="0"/>
              <a:t>　</a:t>
            </a:r>
            <a:r>
              <a:rPr lang="ja-JP" altLang="en-US" dirty="0"/>
              <a:t>消去は、ブロック単位。ブロックとは、ページの集合。</a:t>
            </a:r>
            <a:br>
              <a:rPr lang="en-US" altLang="ja-JP" dirty="0"/>
            </a:br>
            <a:endParaRPr lang="en-US" altLang="ja-JP" dirty="0"/>
          </a:p>
        </p:txBody>
      </p:sp>
      <p:sp>
        <p:nvSpPr>
          <p:cNvPr id="10" name="吹き出し: 四角形 9">
            <a:extLst>
              <a:ext uri="{FF2B5EF4-FFF2-40B4-BE49-F238E27FC236}">
                <a16:creationId xmlns:a16="http://schemas.microsoft.com/office/drawing/2014/main" id="{C39EC0C7-1780-2D04-2320-423791FAF832}"/>
              </a:ext>
            </a:extLst>
          </p:cNvPr>
          <p:cNvSpPr/>
          <p:nvPr/>
        </p:nvSpPr>
        <p:spPr>
          <a:xfrm>
            <a:off x="725144" y="1020747"/>
            <a:ext cx="1053189" cy="1188138"/>
          </a:xfrm>
          <a:prstGeom prst="wedgeRectCallout">
            <a:avLst>
              <a:gd name="adj1" fmla="val 67236"/>
              <a:gd name="adj2" fmla="val -7382"/>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800" dirty="0">
                <a:solidFill>
                  <a:schemeClr val="tx1"/>
                </a:solidFill>
              </a:rPr>
              <a:t>列方向にセルは数珠繋ぎ。</a:t>
            </a:r>
            <a:endParaRPr kumimoji="1" lang="en-US" altLang="ja-JP" sz="800" dirty="0">
              <a:solidFill>
                <a:schemeClr val="tx1"/>
              </a:solidFill>
            </a:endParaRPr>
          </a:p>
          <a:p>
            <a:r>
              <a:rPr kumimoji="1" lang="ja-JP" altLang="en-US" sz="800" dirty="0">
                <a:solidFill>
                  <a:schemeClr val="tx1"/>
                </a:solidFill>
              </a:rPr>
              <a:t>読みたいセルのワード線をアクティブ。</a:t>
            </a:r>
            <a:endParaRPr kumimoji="1" lang="en-US" altLang="ja-JP" sz="800" dirty="0">
              <a:solidFill>
                <a:schemeClr val="tx1"/>
              </a:solidFill>
            </a:endParaRPr>
          </a:p>
          <a:p>
            <a:r>
              <a:rPr kumimoji="1" lang="ja-JP" altLang="en-US" sz="800" dirty="0">
                <a:solidFill>
                  <a:schemeClr val="tx1"/>
                </a:solidFill>
              </a:rPr>
              <a:t>それ以外のワード線はデータがスルーになる。</a:t>
            </a:r>
          </a:p>
        </p:txBody>
      </p:sp>
      <p:sp>
        <p:nvSpPr>
          <p:cNvPr id="11" name="吹き出し: 四角形 10">
            <a:extLst>
              <a:ext uri="{FF2B5EF4-FFF2-40B4-BE49-F238E27FC236}">
                <a16:creationId xmlns:a16="http://schemas.microsoft.com/office/drawing/2014/main" id="{FEE68AE2-B2F6-E10D-8DB3-9871A93B258C}"/>
              </a:ext>
            </a:extLst>
          </p:cNvPr>
          <p:cNvSpPr/>
          <p:nvPr/>
        </p:nvSpPr>
        <p:spPr>
          <a:xfrm>
            <a:off x="8061005" y="2359714"/>
            <a:ext cx="1053189" cy="1188138"/>
          </a:xfrm>
          <a:prstGeom prst="wedgeRectCallout">
            <a:avLst>
              <a:gd name="adj1" fmla="val -68062"/>
              <a:gd name="adj2" fmla="val -31753"/>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800" dirty="0">
                <a:solidFill>
                  <a:schemeClr val="tx1"/>
                </a:solidFill>
              </a:rPr>
              <a:t>ビット線を全てアクティブにして、ワードライン</a:t>
            </a:r>
            <a:r>
              <a:rPr kumimoji="1" lang="en-US" altLang="ja-JP" sz="800" dirty="0">
                <a:solidFill>
                  <a:schemeClr val="tx1"/>
                </a:solidFill>
              </a:rPr>
              <a:t>(1</a:t>
            </a:r>
            <a:r>
              <a:rPr kumimoji="1" lang="ja-JP" altLang="en-US" sz="800" dirty="0">
                <a:solidFill>
                  <a:schemeClr val="tx1"/>
                </a:solidFill>
              </a:rPr>
              <a:t>ページ</a:t>
            </a:r>
            <a:r>
              <a:rPr kumimoji="1" lang="en-US" altLang="ja-JP" sz="800" dirty="0">
                <a:solidFill>
                  <a:schemeClr val="tx1"/>
                </a:solidFill>
              </a:rPr>
              <a:t>)</a:t>
            </a:r>
            <a:r>
              <a:rPr kumimoji="1" lang="ja-JP" altLang="en-US" sz="800" dirty="0">
                <a:solidFill>
                  <a:schemeClr val="tx1"/>
                </a:solidFill>
              </a:rPr>
              <a:t>で読み出し、書き込む。</a:t>
            </a:r>
            <a:endParaRPr kumimoji="1" lang="en-US" altLang="ja-JP" sz="800" dirty="0">
              <a:solidFill>
                <a:schemeClr val="tx1"/>
              </a:solidFill>
            </a:endParaRPr>
          </a:p>
          <a:p>
            <a:r>
              <a:rPr kumimoji="1" lang="ja-JP" altLang="en-US" sz="800" dirty="0">
                <a:solidFill>
                  <a:schemeClr val="tx1"/>
                </a:solidFill>
              </a:rPr>
              <a:t>ワード線は１本だけアクティブ。</a:t>
            </a:r>
            <a:endParaRPr kumimoji="1" lang="en-US" altLang="ja-JP" sz="800" dirty="0">
              <a:solidFill>
                <a:schemeClr val="tx1"/>
              </a:solidFill>
            </a:endParaRPr>
          </a:p>
          <a:p>
            <a:endParaRPr kumimoji="1" lang="ja-JP" altLang="en-US" sz="800" dirty="0">
              <a:solidFill>
                <a:schemeClr val="tx1"/>
              </a:solidFill>
            </a:endParaRPr>
          </a:p>
        </p:txBody>
      </p:sp>
      <p:sp>
        <p:nvSpPr>
          <p:cNvPr id="12" name="Content Placeholder 3">
            <a:extLst>
              <a:ext uri="{FF2B5EF4-FFF2-40B4-BE49-F238E27FC236}">
                <a16:creationId xmlns:a16="http://schemas.microsoft.com/office/drawing/2014/main" id="{E4B1234A-5F73-82C8-10FE-33B6F2AE9BE8}"/>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55022" y="5460516"/>
            <a:ext cx="2893703" cy="866333"/>
          </a:xfrm>
          <a:prstGeom prst="rect">
            <a:avLst/>
          </a:prstGeom>
        </p:spPr>
        <p:txBody>
          <a:bodyPr vert="horz" lIns="91440" tIns="45720" rIns="91440" bIns="45720" rtlCol="0">
            <a:normAutofit/>
          </a:bodyPr>
          <a:lstStyle>
            <a:lvl1pPr marL="171450" indent="-171450" algn="l" defTabSz="685800" rtl="0" eaLnBrk="1" latinLnBrk="0" hangingPunct="1">
              <a:lnSpc>
                <a:spcPct val="120000"/>
              </a:lnSpc>
              <a:spcBef>
                <a:spcPts val="750"/>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1pPr>
            <a:lvl2pPr marL="3429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2pPr>
            <a:lvl3pPr marL="5143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3pPr>
            <a:lvl4pPr marL="6858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4pPr>
            <a:lvl5pPr marL="8572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1875"/>
              </a:spcBef>
              <a:buFont typeface="Arial" panose="020B0604020202020204" pitchFamily="34" charset="0"/>
              <a:buNone/>
            </a:pPr>
            <a:r>
              <a:rPr lang="en-US" altLang="ja-JP" b="1" dirty="0"/>
              <a:t>WAF</a:t>
            </a:r>
            <a:br>
              <a:rPr lang="en-US" altLang="ja-JP" b="1" dirty="0"/>
            </a:br>
            <a:r>
              <a:rPr lang="ja-JP" altLang="en-US" dirty="0"/>
              <a:t>ライトデータが</a:t>
            </a:r>
            <a:r>
              <a:rPr lang="en-US" altLang="ja-JP" dirty="0"/>
              <a:t>4kB</a:t>
            </a:r>
            <a:r>
              <a:rPr lang="ja-JP" altLang="en-US" dirty="0"/>
              <a:t>でも、</a:t>
            </a:r>
            <a:r>
              <a:rPr lang="en-US" altLang="ja-JP" dirty="0"/>
              <a:t>16kB</a:t>
            </a:r>
            <a:r>
              <a:rPr lang="ja-JP" altLang="en-US" dirty="0"/>
              <a:t>単位で書き込み。</a:t>
            </a:r>
            <a:br>
              <a:rPr lang="en-US" altLang="ja-JP" dirty="0"/>
            </a:br>
            <a:r>
              <a:rPr lang="ja-JP" altLang="en-US" dirty="0"/>
              <a:t>その時、</a:t>
            </a:r>
            <a:r>
              <a:rPr lang="en-US" altLang="ja-JP" dirty="0"/>
              <a:t>WAF=16kB/4kB=4</a:t>
            </a:r>
            <a:r>
              <a:rPr lang="ja-JP" altLang="en-US" dirty="0"/>
              <a:t>と定義される。</a:t>
            </a:r>
            <a:br>
              <a:rPr lang="en-US" altLang="ja-JP" dirty="0"/>
            </a:br>
            <a:r>
              <a:rPr lang="ja-JP" altLang="en-US" dirty="0"/>
              <a:t>書き込み回数の制限に影響を与える。</a:t>
            </a:r>
            <a:endParaRPr lang="en-US" altLang="ja-JP" dirty="0"/>
          </a:p>
        </p:txBody>
      </p:sp>
      <p:grpSp>
        <p:nvGrpSpPr>
          <p:cNvPr id="14" name="グループ化 13">
            <a:extLst>
              <a:ext uri="{FF2B5EF4-FFF2-40B4-BE49-F238E27FC236}">
                <a16:creationId xmlns:a16="http://schemas.microsoft.com/office/drawing/2014/main" id="{08137B19-C2BB-314E-9835-723F47004199}"/>
              </a:ext>
            </a:extLst>
          </p:cNvPr>
          <p:cNvGrpSpPr/>
          <p:nvPr/>
        </p:nvGrpSpPr>
        <p:grpSpPr>
          <a:xfrm>
            <a:off x="295275" y="3575178"/>
            <a:ext cx="2375555" cy="1620321"/>
            <a:chOff x="197963" y="3472667"/>
            <a:chExt cx="2375555" cy="1620321"/>
          </a:xfrm>
        </p:grpSpPr>
        <p:pic>
          <p:nvPicPr>
            <p:cNvPr id="4" name="図 3">
              <a:extLst>
                <a:ext uri="{FF2B5EF4-FFF2-40B4-BE49-F238E27FC236}">
                  <a16:creationId xmlns:a16="http://schemas.microsoft.com/office/drawing/2014/main" id="{A2F7E5EC-BE0E-F26B-9642-58877460BC05}"/>
                </a:ext>
              </a:extLst>
            </p:cNvPr>
            <p:cNvPicPr>
              <a:picLocks noChangeAspect="1"/>
            </p:cNvPicPr>
            <p:nvPr/>
          </p:nvPicPr>
          <p:blipFill>
            <a:blip r:embed="rId4"/>
            <a:stretch>
              <a:fillRect/>
            </a:stretch>
          </p:blipFill>
          <p:spPr>
            <a:xfrm>
              <a:off x="295275" y="3781072"/>
              <a:ext cx="2115059" cy="1149410"/>
            </a:xfrm>
            <a:prstGeom prst="rect">
              <a:avLst/>
            </a:prstGeom>
          </p:spPr>
        </p:pic>
        <p:grpSp>
          <p:nvGrpSpPr>
            <p:cNvPr id="13" name="グループ化 12">
              <a:extLst>
                <a:ext uri="{FF2B5EF4-FFF2-40B4-BE49-F238E27FC236}">
                  <a16:creationId xmlns:a16="http://schemas.microsoft.com/office/drawing/2014/main" id="{74C54140-81AA-3F20-70FE-E86E1FE4E4EC}"/>
                </a:ext>
              </a:extLst>
            </p:cNvPr>
            <p:cNvGrpSpPr/>
            <p:nvPr/>
          </p:nvGrpSpPr>
          <p:grpSpPr>
            <a:xfrm>
              <a:off x="197963" y="3472667"/>
              <a:ext cx="2375555" cy="1620321"/>
              <a:chOff x="197963" y="3472667"/>
              <a:chExt cx="2375555" cy="1620321"/>
            </a:xfrm>
          </p:grpSpPr>
          <p:sp>
            <p:nvSpPr>
              <p:cNvPr id="5" name="正方形/長方形 4">
                <a:extLst>
                  <a:ext uri="{FF2B5EF4-FFF2-40B4-BE49-F238E27FC236}">
                    <a16:creationId xmlns:a16="http://schemas.microsoft.com/office/drawing/2014/main" id="{8EF683D8-045F-5083-3741-71BC8A03462E}"/>
                  </a:ext>
                </a:extLst>
              </p:cNvPr>
              <p:cNvSpPr/>
              <p:nvPr/>
            </p:nvSpPr>
            <p:spPr>
              <a:xfrm>
                <a:off x="197963" y="3674983"/>
                <a:ext cx="2375555" cy="141800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7710BE9F-BD1B-A849-EF21-A76E8F83CFC9}"/>
                  </a:ext>
                </a:extLst>
              </p:cNvPr>
              <p:cNvSpPr txBox="1"/>
              <p:nvPr/>
            </p:nvSpPr>
            <p:spPr>
              <a:xfrm>
                <a:off x="400051" y="3472667"/>
                <a:ext cx="1674638" cy="230832"/>
              </a:xfrm>
              <a:prstGeom prst="rect">
                <a:avLst/>
              </a:prstGeom>
              <a:noFill/>
            </p:spPr>
            <p:txBody>
              <a:bodyPr wrap="square" rtlCol="0">
                <a:spAutoFit/>
              </a:bodyPr>
              <a:lstStyle/>
              <a:p>
                <a:r>
                  <a:rPr kumimoji="1" lang="en-US" altLang="ja-JP" sz="900" b="1" dirty="0"/>
                  <a:t>NAND</a:t>
                </a:r>
                <a:r>
                  <a:rPr kumimoji="1" lang="ja-JP" altLang="en-US" sz="900" b="1" dirty="0"/>
                  <a:t>と</a:t>
                </a:r>
                <a:r>
                  <a:rPr kumimoji="1" lang="en-US" altLang="ja-JP" sz="900" b="1" dirty="0"/>
                  <a:t>Nor</a:t>
                </a:r>
                <a:r>
                  <a:rPr kumimoji="1" lang="ja-JP" altLang="en-US" sz="900" b="1" dirty="0"/>
                  <a:t>の構造の違い</a:t>
                </a:r>
              </a:p>
            </p:txBody>
          </p:sp>
        </p:grpSp>
      </p:grpSp>
      <p:sp>
        <p:nvSpPr>
          <p:cNvPr id="16" name="Content Placeholder 3">
            <a:extLst>
              <a:ext uri="{FF2B5EF4-FFF2-40B4-BE49-F238E27FC236}">
                <a16:creationId xmlns:a16="http://schemas.microsoft.com/office/drawing/2014/main" id="{9F1AE3A2-1FE1-54C4-6EBC-43ADA3898C6D}"/>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137277" y="4563601"/>
            <a:ext cx="4125592" cy="866334"/>
          </a:xfrm>
          <a:prstGeom prst="rect">
            <a:avLst/>
          </a:prstGeom>
        </p:spPr>
        <p:txBody>
          <a:bodyPr vert="horz" lIns="91440" tIns="45720" rIns="91440" bIns="45720" rtlCol="0">
            <a:normAutofit/>
          </a:bodyPr>
          <a:lstStyle>
            <a:lvl1pPr marL="171450" indent="-171450" algn="l" defTabSz="685800" rtl="0" eaLnBrk="1" latinLnBrk="0" hangingPunct="1">
              <a:lnSpc>
                <a:spcPct val="120000"/>
              </a:lnSpc>
              <a:spcBef>
                <a:spcPts val="750"/>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1pPr>
            <a:lvl2pPr marL="3429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2pPr>
            <a:lvl3pPr marL="5143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3pPr>
            <a:lvl4pPr marL="6858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4pPr>
            <a:lvl5pPr marL="8572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1875"/>
              </a:spcBef>
              <a:buNone/>
            </a:pPr>
            <a:r>
              <a:rPr lang="ja-JP" altLang="en-US" b="1" dirty="0"/>
              <a:t>データディスターブ</a:t>
            </a:r>
            <a:br>
              <a:rPr lang="en-US" altLang="ja-JP" b="1" dirty="0"/>
            </a:br>
            <a:r>
              <a:rPr lang="ja-JP" altLang="en-US" b="1" dirty="0"/>
              <a:t>　</a:t>
            </a:r>
            <a:r>
              <a:rPr kumimoji="1" lang="ja-JP" altLang="en-US" dirty="0"/>
              <a:t>列方向に連なったセルをワード線で選択。選択されたワード線以外のセルも影響を受けるのでデータディスターブが発生する。</a:t>
            </a:r>
            <a:br>
              <a:rPr lang="en-US" altLang="ja-JP" b="1" dirty="0"/>
            </a:br>
            <a:endParaRPr lang="en-US" altLang="ja-JP" b="1" dirty="0"/>
          </a:p>
        </p:txBody>
      </p:sp>
    </p:spTree>
    <p:extLst>
      <p:ext uri="{BB962C8B-B14F-4D97-AF65-F5344CB8AC3E}">
        <p14:creationId xmlns:p14="http://schemas.microsoft.com/office/powerpoint/2010/main" val="2003621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anim calcmode="lin" valueType="num">
                                      <p:cBhvr>
                                        <p:cTn id="8" dur="250" fill="hold"/>
                                        <p:tgtEl>
                                          <p:spTgt spid="9"/>
                                        </p:tgtEl>
                                        <p:attrNameLst>
                                          <p:attrName>ppt_x</p:attrName>
                                        </p:attrNameLst>
                                      </p:cBhvr>
                                      <p:tavLst>
                                        <p:tav tm="0">
                                          <p:val>
                                            <p:strVal val="#ppt_x"/>
                                          </p:val>
                                        </p:tav>
                                        <p:tav tm="100000">
                                          <p:val>
                                            <p:strVal val="#ppt_x"/>
                                          </p:val>
                                        </p:tav>
                                      </p:tavLst>
                                    </p:anim>
                                    <p:anim calcmode="lin" valueType="num">
                                      <p:cBhvr>
                                        <p:cTn id="9" dur="25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iterate>
                                    <p:tmPct val="10000"/>
                                  </p:iterate>
                                  <p:childTnLst>
                                    <p:set>
                                      <p:cBhvr>
                                        <p:cTn id="11" dur="1" fill="hold">
                                          <p:stCondLst>
                                            <p:cond delay="0"/>
                                          </p:stCondLst>
                                        </p:cTn>
                                        <p:tgtEl>
                                          <p:spTgt spid="12"/>
                                        </p:tgtEl>
                                        <p:attrNameLst>
                                          <p:attrName>style.visibility</p:attrName>
                                        </p:attrNameLst>
                                      </p:cBhvr>
                                      <p:to>
                                        <p:strVal val="visible"/>
                                      </p:to>
                                    </p:set>
                                    <p:animEffect transition="in" filter="fade">
                                      <p:cBhvr>
                                        <p:cTn id="12" dur="250"/>
                                        <p:tgtEl>
                                          <p:spTgt spid="12"/>
                                        </p:tgtEl>
                                      </p:cBhvr>
                                    </p:animEffect>
                                    <p:anim calcmode="lin" valueType="num">
                                      <p:cBhvr>
                                        <p:cTn id="13" dur="250" fill="hold"/>
                                        <p:tgtEl>
                                          <p:spTgt spid="12"/>
                                        </p:tgtEl>
                                        <p:attrNameLst>
                                          <p:attrName>ppt_x</p:attrName>
                                        </p:attrNameLst>
                                      </p:cBhvr>
                                      <p:tavLst>
                                        <p:tav tm="0">
                                          <p:val>
                                            <p:strVal val="#ppt_x"/>
                                          </p:val>
                                        </p:tav>
                                        <p:tav tm="100000">
                                          <p:val>
                                            <p:strVal val="#ppt_x"/>
                                          </p:val>
                                        </p:tav>
                                      </p:tavLst>
                                    </p:anim>
                                    <p:anim calcmode="lin" valueType="num">
                                      <p:cBhvr>
                                        <p:cTn id="14" dur="25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250"/>
                                  </p:stCondLst>
                                  <p:iterate>
                                    <p:tmPct val="10000"/>
                                  </p:iterate>
                                  <p:childTnLst>
                                    <p:set>
                                      <p:cBhvr>
                                        <p:cTn id="16" dur="1" fill="hold">
                                          <p:stCondLst>
                                            <p:cond delay="0"/>
                                          </p:stCondLst>
                                        </p:cTn>
                                        <p:tgtEl>
                                          <p:spTgt spid="16"/>
                                        </p:tgtEl>
                                        <p:attrNameLst>
                                          <p:attrName>style.visibility</p:attrName>
                                        </p:attrNameLst>
                                      </p:cBhvr>
                                      <p:to>
                                        <p:strVal val="visible"/>
                                      </p:to>
                                    </p:set>
                                    <p:animEffect transition="in" filter="fade">
                                      <p:cBhvr>
                                        <p:cTn id="17" dur="250"/>
                                        <p:tgtEl>
                                          <p:spTgt spid="16"/>
                                        </p:tgtEl>
                                      </p:cBhvr>
                                    </p:animEffect>
                                    <p:anim calcmode="lin" valueType="num">
                                      <p:cBhvr>
                                        <p:cTn id="18" dur="250" fill="hold"/>
                                        <p:tgtEl>
                                          <p:spTgt spid="16"/>
                                        </p:tgtEl>
                                        <p:attrNameLst>
                                          <p:attrName>ppt_x</p:attrName>
                                        </p:attrNameLst>
                                      </p:cBhvr>
                                      <p:tavLst>
                                        <p:tav tm="0">
                                          <p:val>
                                            <p:strVal val="#ppt_x"/>
                                          </p:val>
                                        </p:tav>
                                        <p:tav tm="100000">
                                          <p:val>
                                            <p:strVal val="#ppt_x"/>
                                          </p:val>
                                        </p:tav>
                                      </p:tavLst>
                                    </p:anim>
                                    <p:anim calcmode="lin" valueType="num">
                                      <p:cBhvr>
                                        <p:cTn id="19" dur="25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14A1-CF69-33B9-F2EC-40B92E5C5F4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8F28FED-F837-9E6C-3E25-AD66C16CA0EB}"/>
              </a:ext>
            </a:extLst>
          </p:cNvPr>
          <p:cNvSpPr>
            <a:spLocks noGrp="1"/>
          </p:cNvSpPr>
          <p:nvPr>
            <p:ph type="title"/>
          </p:nvPr>
        </p:nvSpPr>
        <p:spPr>
          <a:xfrm>
            <a:off x="217171" y="533400"/>
            <a:ext cx="7471330" cy="1066800"/>
          </a:xfrm>
        </p:spPr>
        <p:txBody>
          <a:bodyPr/>
          <a:lstStyle/>
          <a:p>
            <a:r>
              <a:rPr kumimoji="1" lang="ja-JP" altLang="en-US" dirty="0"/>
              <a:t>リフレッシュの必要性</a:t>
            </a:r>
          </a:p>
        </p:txBody>
      </p:sp>
      <p:sp>
        <p:nvSpPr>
          <p:cNvPr id="11" name="タイトル 1">
            <a:extLst>
              <a:ext uri="{FF2B5EF4-FFF2-40B4-BE49-F238E27FC236}">
                <a16:creationId xmlns:a16="http://schemas.microsoft.com/office/drawing/2014/main" id="{2A9983A6-A163-9AD6-82BB-9AB8FD53E569}"/>
              </a:ext>
            </a:extLst>
          </p:cNvPr>
          <p:cNvSpPr txBox="1">
            <a:spLocks/>
          </p:cNvSpPr>
          <p:nvPr/>
        </p:nvSpPr>
        <p:spPr>
          <a:xfrm>
            <a:off x="5400922" y="2781374"/>
            <a:ext cx="4031239" cy="1066800"/>
          </a:xfrm>
          <a:prstGeom prst="rect">
            <a:avLst/>
          </a:prstGeom>
        </p:spPr>
        <p:txBody>
          <a:bodyPr vert="horz" lIns="91440" tIns="45720" rIns="91440" bIns="45720" rtlCol="0" anchor="t">
            <a:normAutofit/>
          </a:bodyPr>
          <a:lstStyle>
            <a:lvl1pPr algn="l" defTabSz="685800" rtl="0" eaLnBrk="1" latinLnBrk="0" hangingPunct="1">
              <a:lnSpc>
                <a:spcPct val="80000"/>
              </a:lnSpc>
              <a:spcBef>
                <a:spcPct val="0"/>
              </a:spcBef>
              <a:buNone/>
              <a:defRPr sz="2100" b="0" kern="1200" spc="0" baseline="0">
                <a:solidFill>
                  <a:schemeClr val="tx1"/>
                </a:solidFill>
                <a:latin typeface="Meiryo UI" panose="020B0604030504040204" pitchFamily="34" charset="-128"/>
                <a:ea typeface="Meiryo UI" panose="020B0604030504040204" pitchFamily="34" charset="-128"/>
                <a:cs typeface="+mj-cs"/>
              </a:defRPr>
            </a:lvl1pPr>
          </a:lstStyle>
          <a:p>
            <a:r>
              <a:rPr kumimoji="1" lang="en-US" altLang="ja-JP" sz="1050" dirty="0"/>
              <a:t>Program(</a:t>
            </a:r>
            <a:r>
              <a:rPr kumimoji="1" lang="ja-JP" altLang="en-US" sz="1050" dirty="0"/>
              <a:t>書き込み</a:t>
            </a:r>
            <a:r>
              <a:rPr kumimoji="1" lang="en-US" altLang="ja-JP" sz="1050" dirty="0"/>
              <a:t>)</a:t>
            </a:r>
            <a:r>
              <a:rPr kumimoji="1" lang="ja-JP" altLang="en-US" sz="1050" dirty="0"/>
              <a:t>を行うには、一度、電荷を消去して、</a:t>
            </a:r>
            <a:endParaRPr kumimoji="1" lang="en-US" altLang="ja-JP" sz="1050" dirty="0"/>
          </a:p>
          <a:p>
            <a:r>
              <a:rPr kumimoji="1" lang="en-US" altLang="ja-JP" sz="1050" dirty="0"/>
              <a:t>Erase</a:t>
            </a:r>
            <a:r>
              <a:rPr kumimoji="1" lang="ja-JP" altLang="en-US" sz="1050" dirty="0"/>
              <a:t>する。</a:t>
            </a:r>
            <a:endParaRPr kumimoji="1" lang="en-US" altLang="ja-JP" sz="1050" dirty="0"/>
          </a:p>
          <a:p>
            <a:endParaRPr kumimoji="1" lang="ja-JP" altLang="en-US" sz="1050" dirty="0"/>
          </a:p>
        </p:txBody>
      </p:sp>
      <p:pic>
        <p:nvPicPr>
          <p:cNvPr id="13" name="図 12">
            <a:extLst>
              <a:ext uri="{FF2B5EF4-FFF2-40B4-BE49-F238E27FC236}">
                <a16:creationId xmlns:a16="http://schemas.microsoft.com/office/drawing/2014/main" id="{C60DC1FB-4EFB-07DE-5340-430EA106CAB0}"/>
              </a:ext>
            </a:extLst>
          </p:cNvPr>
          <p:cNvPicPr>
            <a:picLocks noChangeAspect="1"/>
          </p:cNvPicPr>
          <p:nvPr/>
        </p:nvPicPr>
        <p:blipFill>
          <a:blip r:embed="rId2"/>
          <a:stretch>
            <a:fillRect/>
          </a:stretch>
        </p:blipFill>
        <p:spPr>
          <a:xfrm>
            <a:off x="638070" y="1290257"/>
            <a:ext cx="1149719" cy="1397127"/>
          </a:xfrm>
          <a:prstGeom prst="rect">
            <a:avLst/>
          </a:prstGeom>
        </p:spPr>
      </p:pic>
      <p:sp>
        <p:nvSpPr>
          <p:cNvPr id="14" name="Content Placeholder 3">
            <a:extLst>
              <a:ext uri="{FF2B5EF4-FFF2-40B4-BE49-F238E27FC236}">
                <a16:creationId xmlns:a16="http://schemas.microsoft.com/office/drawing/2014/main" id="{9CF4CE3C-FF74-5443-7150-FA4FA7AC882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958243" y="1468184"/>
            <a:ext cx="2264507" cy="1066800"/>
          </a:xfrm>
        </p:spPr>
        <p:txBody>
          <a:bodyPr>
            <a:normAutofit/>
          </a:bodyPr>
          <a:lstStyle/>
          <a:p>
            <a:pPr marL="0" lvl="1" indent="0">
              <a:buNone/>
            </a:pPr>
            <a:r>
              <a:rPr lang="ja-JP" altLang="en-US" dirty="0"/>
              <a:t>列方向にセルが接続される構造。</a:t>
            </a:r>
            <a:br>
              <a:rPr lang="en-US" altLang="ja-JP" dirty="0"/>
            </a:br>
            <a:r>
              <a:rPr lang="ja-JP" altLang="en-US" dirty="0"/>
              <a:t>ワード線で選択するが、隣接するセルが</a:t>
            </a:r>
            <a:br>
              <a:rPr lang="en-US" altLang="ja-JP" dirty="0"/>
            </a:br>
            <a:r>
              <a:rPr lang="ja-JP" altLang="en-US" dirty="0"/>
              <a:t>影響を受けて、トラップされた電荷量に影響を与える。</a:t>
            </a:r>
            <a:endParaRPr lang="en-US" altLang="ja-JP" dirty="0"/>
          </a:p>
        </p:txBody>
      </p:sp>
      <p:sp>
        <p:nvSpPr>
          <p:cNvPr id="15" name="テキスト ボックス 14">
            <a:extLst>
              <a:ext uri="{FF2B5EF4-FFF2-40B4-BE49-F238E27FC236}">
                <a16:creationId xmlns:a16="http://schemas.microsoft.com/office/drawing/2014/main" id="{6929AE44-B3D0-DA74-AE4E-E8846BF01535}"/>
              </a:ext>
            </a:extLst>
          </p:cNvPr>
          <p:cNvSpPr txBox="1"/>
          <p:nvPr/>
        </p:nvSpPr>
        <p:spPr>
          <a:xfrm>
            <a:off x="390624" y="976289"/>
            <a:ext cx="2867130" cy="307777"/>
          </a:xfrm>
          <a:prstGeom prst="rect">
            <a:avLst/>
          </a:prstGeom>
          <a:noFill/>
        </p:spPr>
        <p:txBody>
          <a:bodyPr wrap="square" rtlCol="0">
            <a:spAutoFit/>
          </a:bodyPr>
          <a:lstStyle/>
          <a:p>
            <a:r>
              <a:rPr kumimoji="1" lang="ja-JP" altLang="en-US" sz="1400" dirty="0"/>
              <a:t>① 隣接するワード線の影響</a:t>
            </a:r>
          </a:p>
        </p:txBody>
      </p:sp>
      <p:sp>
        <p:nvSpPr>
          <p:cNvPr id="16" name="テキスト ボックス 15">
            <a:extLst>
              <a:ext uri="{FF2B5EF4-FFF2-40B4-BE49-F238E27FC236}">
                <a16:creationId xmlns:a16="http://schemas.microsoft.com/office/drawing/2014/main" id="{398636AC-AE4A-0479-CABC-DB1A3A285C78}"/>
              </a:ext>
            </a:extLst>
          </p:cNvPr>
          <p:cNvSpPr txBox="1"/>
          <p:nvPr/>
        </p:nvSpPr>
        <p:spPr>
          <a:xfrm>
            <a:off x="342900" y="2781374"/>
            <a:ext cx="3879850" cy="307777"/>
          </a:xfrm>
          <a:prstGeom prst="rect">
            <a:avLst/>
          </a:prstGeom>
          <a:noFill/>
        </p:spPr>
        <p:txBody>
          <a:bodyPr wrap="square" rtlCol="0">
            <a:spAutoFit/>
          </a:bodyPr>
          <a:lstStyle/>
          <a:p>
            <a:r>
              <a:rPr kumimoji="1" lang="ja-JP" altLang="en-US" sz="1400" dirty="0"/>
              <a:t>② リードリテンションによる影響</a:t>
            </a:r>
          </a:p>
        </p:txBody>
      </p:sp>
      <p:pic>
        <p:nvPicPr>
          <p:cNvPr id="18" name="図 17">
            <a:extLst>
              <a:ext uri="{FF2B5EF4-FFF2-40B4-BE49-F238E27FC236}">
                <a16:creationId xmlns:a16="http://schemas.microsoft.com/office/drawing/2014/main" id="{EB1FA2F8-4B2C-1414-12E6-79F79D8F9401}"/>
              </a:ext>
            </a:extLst>
          </p:cNvPr>
          <p:cNvPicPr>
            <a:picLocks noChangeAspect="1"/>
          </p:cNvPicPr>
          <p:nvPr/>
        </p:nvPicPr>
        <p:blipFill>
          <a:blip r:embed="rId3"/>
          <a:stretch>
            <a:fillRect/>
          </a:stretch>
        </p:blipFill>
        <p:spPr>
          <a:xfrm>
            <a:off x="638070" y="3310141"/>
            <a:ext cx="1888447" cy="1462235"/>
          </a:xfrm>
          <a:prstGeom prst="rect">
            <a:avLst/>
          </a:prstGeom>
        </p:spPr>
      </p:pic>
      <p:sp>
        <p:nvSpPr>
          <p:cNvPr id="19" name="Content Placeholder 3">
            <a:extLst>
              <a:ext uri="{FF2B5EF4-FFF2-40B4-BE49-F238E27FC236}">
                <a16:creationId xmlns:a16="http://schemas.microsoft.com/office/drawing/2014/main" id="{0867A55C-ED25-9121-BEC3-7958E14FDACA}"/>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656743" y="3447635"/>
            <a:ext cx="2264507" cy="1066800"/>
          </a:xfrm>
          <a:prstGeom prst="rect">
            <a:avLst/>
          </a:prstGeom>
        </p:spPr>
        <p:txBody>
          <a:bodyPr vert="horz" lIns="91440" tIns="45720" rIns="91440" bIns="45720" rtlCol="0">
            <a:normAutofit/>
          </a:bodyPr>
          <a:lstStyle>
            <a:lvl1pPr marL="171450" indent="-171450" algn="l" defTabSz="685800" rtl="0" eaLnBrk="1" latinLnBrk="0" hangingPunct="1">
              <a:lnSpc>
                <a:spcPct val="120000"/>
              </a:lnSpc>
              <a:spcBef>
                <a:spcPts val="750"/>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1pPr>
            <a:lvl2pPr marL="3429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2pPr>
            <a:lvl3pPr marL="5143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3pPr>
            <a:lvl4pPr marL="6858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4pPr>
            <a:lvl5pPr marL="8572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1" indent="0">
              <a:buFont typeface="Arial" panose="020B0604020202020204" pitchFamily="34" charset="0"/>
              <a:buNone/>
            </a:pPr>
            <a:endParaRPr lang="en-US" altLang="ja-JP" dirty="0"/>
          </a:p>
        </p:txBody>
      </p:sp>
      <p:sp>
        <p:nvSpPr>
          <p:cNvPr id="24" name="稲妻 23">
            <a:extLst>
              <a:ext uri="{FF2B5EF4-FFF2-40B4-BE49-F238E27FC236}">
                <a16:creationId xmlns:a16="http://schemas.microsoft.com/office/drawing/2014/main" id="{614E6485-4345-21F9-FB89-12AD3A0F24A7}"/>
              </a:ext>
            </a:extLst>
          </p:cNvPr>
          <p:cNvSpPr/>
          <p:nvPr/>
        </p:nvSpPr>
        <p:spPr>
          <a:xfrm rot="280060" flipH="1">
            <a:off x="1400175" y="3991574"/>
            <a:ext cx="238125" cy="542262"/>
          </a:xfrm>
          <a:prstGeom prst="lightningBol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Content Placeholder 3">
            <a:extLst>
              <a:ext uri="{FF2B5EF4-FFF2-40B4-BE49-F238E27FC236}">
                <a16:creationId xmlns:a16="http://schemas.microsoft.com/office/drawing/2014/main" id="{1A5ADC11-A760-1654-E3C2-820A162B480D}"/>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656743" y="3784089"/>
            <a:ext cx="2144543" cy="559842"/>
          </a:xfrm>
          <a:prstGeom prst="rect">
            <a:avLst/>
          </a:prstGeom>
        </p:spPr>
        <p:txBody>
          <a:bodyPr vert="horz" lIns="91440" tIns="45720" rIns="91440" bIns="45720" rtlCol="0">
            <a:normAutofit/>
          </a:bodyPr>
          <a:lstStyle>
            <a:lvl1pPr marL="171450" indent="-171450" algn="l" defTabSz="685800" rtl="0" eaLnBrk="1" latinLnBrk="0" hangingPunct="1">
              <a:lnSpc>
                <a:spcPct val="120000"/>
              </a:lnSpc>
              <a:spcBef>
                <a:spcPts val="750"/>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1pPr>
            <a:lvl2pPr marL="3429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2pPr>
            <a:lvl3pPr marL="5143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3pPr>
            <a:lvl4pPr marL="6858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4pPr>
            <a:lvl5pPr marL="8572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1" indent="0">
              <a:buFont typeface="Arial" panose="020B0604020202020204" pitchFamily="34" charset="0"/>
              <a:buNone/>
            </a:pPr>
            <a:r>
              <a:rPr lang="ja-JP" altLang="en-US" dirty="0"/>
              <a:t>トラップした電荷を放置すると、電荷リーク。数か月程度で</a:t>
            </a:r>
            <a:r>
              <a:rPr lang="en-US" altLang="ja-JP" dirty="0"/>
              <a:t>Vt</a:t>
            </a:r>
            <a:r>
              <a:rPr lang="ja-JP" altLang="en-US" dirty="0"/>
              <a:t>に影響。</a:t>
            </a:r>
            <a:endParaRPr lang="en-US" altLang="ja-JP" dirty="0"/>
          </a:p>
        </p:txBody>
      </p:sp>
      <p:sp>
        <p:nvSpPr>
          <p:cNvPr id="26" name="矢印: 下 25">
            <a:extLst>
              <a:ext uri="{FF2B5EF4-FFF2-40B4-BE49-F238E27FC236}">
                <a16:creationId xmlns:a16="http://schemas.microsoft.com/office/drawing/2014/main" id="{8DEE1A0D-D3D8-C8F3-CE4A-CBCD9BC61526}"/>
              </a:ext>
            </a:extLst>
          </p:cNvPr>
          <p:cNvSpPr/>
          <p:nvPr/>
        </p:nvSpPr>
        <p:spPr>
          <a:xfrm>
            <a:off x="2034540" y="4822078"/>
            <a:ext cx="491977" cy="25908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Content Placeholder 3">
            <a:extLst>
              <a:ext uri="{FF2B5EF4-FFF2-40B4-BE49-F238E27FC236}">
                <a16:creationId xmlns:a16="http://schemas.microsoft.com/office/drawing/2014/main" id="{DF96D098-8E1C-B6DC-638E-4BC08038A47F}"/>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8456" y="5215269"/>
            <a:ext cx="3594294" cy="716804"/>
          </a:xfrm>
          <a:prstGeom prst="rect">
            <a:avLst/>
          </a:prstGeom>
        </p:spPr>
        <p:txBody>
          <a:bodyPr vert="horz" lIns="91440" tIns="45720" rIns="91440" bIns="45720" rtlCol="0">
            <a:normAutofit/>
          </a:bodyPr>
          <a:lstStyle>
            <a:lvl1pPr marL="171450" indent="-171450" algn="l" defTabSz="685800" rtl="0" eaLnBrk="1" latinLnBrk="0" hangingPunct="1">
              <a:lnSpc>
                <a:spcPct val="120000"/>
              </a:lnSpc>
              <a:spcBef>
                <a:spcPts val="750"/>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1pPr>
            <a:lvl2pPr marL="3429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2pPr>
            <a:lvl3pPr marL="5143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3pPr>
            <a:lvl4pPr marL="6858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4pPr>
            <a:lvl5pPr marL="8572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1" indent="0">
              <a:buFont typeface="Arial" panose="020B0604020202020204" pitchFamily="34" charset="0"/>
              <a:buNone/>
            </a:pPr>
            <a:r>
              <a:rPr lang="ja-JP" altLang="en-US" dirty="0"/>
              <a:t>これによって、読み出しデータがエラーになるので、</a:t>
            </a:r>
            <a:r>
              <a:rPr lang="en-US" altLang="ja-JP" dirty="0"/>
              <a:t>ECC</a:t>
            </a:r>
            <a:r>
              <a:rPr lang="ja-JP" altLang="en-US" dirty="0"/>
              <a:t>補正で正常データにする。エラー回数が閾値を越えると、正しいデータで書き戻す。これがリフレッシュ</a:t>
            </a:r>
            <a:endParaRPr lang="en-US" altLang="ja-JP" dirty="0"/>
          </a:p>
        </p:txBody>
      </p:sp>
      <p:pic>
        <p:nvPicPr>
          <p:cNvPr id="29" name="図 28">
            <a:extLst>
              <a:ext uri="{FF2B5EF4-FFF2-40B4-BE49-F238E27FC236}">
                <a16:creationId xmlns:a16="http://schemas.microsoft.com/office/drawing/2014/main" id="{60BDC8A8-6EE2-D153-3084-AA1FFA52D299}"/>
              </a:ext>
            </a:extLst>
          </p:cNvPr>
          <p:cNvPicPr>
            <a:picLocks noChangeAspect="1"/>
          </p:cNvPicPr>
          <p:nvPr/>
        </p:nvPicPr>
        <p:blipFill>
          <a:blip r:embed="rId4"/>
          <a:stretch>
            <a:fillRect/>
          </a:stretch>
        </p:blipFill>
        <p:spPr>
          <a:xfrm>
            <a:off x="5319066" y="1066800"/>
            <a:ext cx="3103641" cy="1254321"/>
          </a:xfrm>
          <a:prstGeom prst="rect">
            <a:avLst/>
          </a:prstGeom>
        </p:spPr>
      </p:pic>
      <p:sp>
        <p:nvSpPr>
          <p:cNvPr id="30" name="タイトル 1">
            <a:extLst>
              <a:ext uri="{FF2B5EF4-FFF2-40B4-BE49-F238E27FC236}">
                <a16:creationId xmlns:a16="http://schemas.microsoft.com/office/drawing/2014/main" id="{90FFD234-1099-9424-C40C-88C42E08C03A}"/>
              </a:ext>
            </a:extLst>
          </p:cNvPr>
          <p:cNvSpPr txBox="1">
            <a:spLocks/>
          </p:cNvSpPr>
          <p:nvPr/>
        </p:nvSpPr>
        <p:spPr>
          <a:xfrm>
            <a:off x="5400922" y="533400"/>
            <a:ext cx="4745613" cy="1066800"/>
          </a:xfrm>
          <a:prstGeom prst="rect">
            <a:avLst/>
          </a:prstGeom>
        </p:spPr>
        <p:txBody>
          <a:bodyPr vert="horz" lIns="91440" tIns="45720" rIns="91440" bIns="45720" rtlCol="0" anchor="t">
            <a:normAutofit/>
          </a:bodyPr>
          <a:lstStyle>
            <a:lvl1pPr algn="l" defTabSz="685800" rtl="0" eaLnBrk="1" latinLnBrk="0" hangingPunct="1">
              <a:lnSpc>
                <a:spcPct val="80000"/>
              </a:lnSpc>
              <a:spcBef>
                <a:spcPct val="0"/>
              </a:spcBef>
              <a:buNone/>
              <a:defRPr sz="2100" b="0" kern="1200" spc="0" baseline="0">
                <a:solidFill>
                  <a:schemeClr val="tx1"/>
                </a:solidFill>
                <a:latin typeface="Meiryo UI" panose="020B0604030504040204" pitchFamily="34" charset="-128"/>
                <a:ea typeface="Meiryo UI" panose="020B0604030504040204" pitchFamily="34" charset="-128"/>
                <a:cs typeface="+mj-cs"/>
              </a:defRPr>
            </a:lvl1pPr>
          </a:lstStyle>
          <a:p>
            <a:r>
              <a:rPr kumimoji="1" lang="en-US" altLang="ja-JP" dirty="0"/>
              <a:t>P/E</a:t>
            </a:r>
            <a:r>
              <a:rPr kumimoji="1" lang="ja-JP" altLang="en-US" dirty="0"/>
              <a:t>回数の制限</a:t>
            </a:r>
            <a:endParaRPr kumimoji="1" lang="en-US" altLang="ja-JP" dirty="0"/>
          </a:p>
        </p:txBody>
      </p:sp>
      <p:sp>
        <p:nvSpPr>
          <p:cNvPr id="31" name="テキスト ボックス 30">
            <a:extLst>
              <a:ext uri="{FF2B5EF4-FFF2-40B4-BE49-F238E27FC236}">
                <a16:creationId xmlns:a16="http://schemas.microsoft.com/office/drawing/2014/main" id="{4EBD9EC3-F838-80F7-6A22-55AAC2A85298}"/>
              </a:ext>
            </a:extLst>
          </p:cNvPr>
          <p:cNvSpPr txBox="1"/>
          <p:nvPr/>
        </p:nvSpPr>
        <p:spPr>
          <a:xfrm>
            <a:off x="5588737" y="2243470"/>
            <a:ext cx="1390650" cy="307777"/>
          </a:xfrm>
          <a:prstGeom prst="rect">
            <a:avLst/>
          </a:prstGeom>
          <a:noFill/>
        </p:spPr>
        <p:txBody>
          <a:bodyPr wrap="square" rtlCol="0">
            <a:spAutoFit/>
          </a:bodyPr>
          <a:lstStyle/>
          <a:p>
            <a:r>
              <a:rPr kumimoji="1" lang="en-US" altLang="ja-JP" sz="1400" dirty="0"/>
              <a:t>Erase(</a:t>
            </a:r>
            <a:r>
              <a:rPr kumimoji="1" lang="ja-JP" altLang="en-US" sz="1400" dirty="0"/>
              <a:t>消去</a:t>
            </a:r>
            <a:r>
              <a:rPr kumimoji="1" lang="en-US" altLang="ja-JP" sz="1400" dirty="0"/>
              <a:t>)</a:t>
            </a:r>
            <a:endParaRPr kumimoji="1" lang="ja-JP" altLang="en-US" sz="1400" dirty="0"/>
          </a:p>
        </p:txBody>
      </p:sp>
      <p:sp>
        <p:nvSpPr>
          <p:cNvPr id="32" name="テキスト ボックス 31">
            <a:extLst>
              <a:ext uri="{FF2B5EF4-FFF2-40B4-BE49-F238E27FC236}">
                <a16:creationId xmlns:a16="http://schemas.microsoft.com/office/drawing/2014/main" id="{6A15E1F5-F2E9-9B1C-2D58-B227DEB2B2F5}"/>
              </a:ext>
            </a:extLst>
          </p:cNvPr>
          <p:cNvSpPr txBox="1"/>
          <p:nvPr/>
        </p:nvSpPr>
        <p:spPr>
          <a:xfrm>
            <a:off x="6979387" y="2248565"/>
            <a:ext cx="1809645" cy="307777"/>
          </a:xfrm>
          <a:prstGeom prst="rect">
            <a:avLst/>
          </a:prstGeom>
          <a:noFill/>
        </p:spPr>
        <p:txBody>
          <a:bodyPr wrap="square" rtlCol="0">
            <a:spAutoFit/>
          </a:bodyPr>
          <a:lstStyle/>
          <a:p>
            <a:r>
              <a:rPr kumimoji="1" lang="en-US" altLang="ja-JP" sz="1400" dirty="0"/>
              <a:t>Program(</a:t>
            </a:r>
            <a:r>
              <a:rPr kumimoji="1" lang="ja-JP" altLang="en-US" sz="1400" dirty="0"/>
              <a:t>書き込み</a:t>
            </a:r>
            <a:r>
              <a:rPr kumimoji="1" lang="en-US" altLang="ja-JP" sz="1400" dirty="0"/>
              <a:t>)</a:t>
            </a:r>
            <a:endParaRPr kumimoji="1" lang="ja-JP" altLang="en-US" sz="1400" dirty="0"/>
          </a:p>
        </p:txBody>
      </p:sp>
      <p:sp>
        <p:nvSpPr>
          <p:cNvPr id="33" name="Content Placeholder 3">
            <a:extLst>
              <a:ext uri="{FF2B5EF4-FFF2-40B4-BE49-F238E27FC236}">
                <a16:creationId xmlns:a16="http://schemas.microsoft.com/office/drawing/2014/main" id="{6B0DAA66-8D5B-C18C-0720-7B9D380A35C0}"/>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88737" y="3194517"/>
            <a:ext cx="2650388" cy="1739433"/>
          </a:xfrm>
          <a:prstGeom prst="rect">
            <a:avLst/>
          </a:prstGeom>
        </p:spPr>
        <p:txBody>
          <a:bodyPr vert="horz" lIns="91440" tIns="45720" rIns="91440" bIns="45720" rtlCol="0">
            <a:normAutofit lnSpcReduction="10000"/>
          </a:bodyPr>
          <a:lstStyle>
            <a:lvl1pPr marL="171450" indent="-171450" algn="l" defTabSz="685800" rtl="0" eaLnBrk="1" latinLnBrk="0" hangingPunct="1">
              <a:lnSpc>
                <a:spcPct val="120000"/>
              </a:lnSpc>
              <a:spcBef>
                <a:spcPts val="750"/>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1pPr>
            <a:lvl2pPr marL="3429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2pPr>
            <a:lvl3pPr marL="5143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3pPr>
            <a:lvl4pPr marL="6858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4pPr>
            <a:lvl5pPr marL="8572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1" indent="0">
              <a:buFont typeface="Arial" panose="020B0604020202020204" pitchFamily="34" charset="0"/>
              <a:buNone/>
            </a:pPr>
            <a:r>
              <a:rPr lang="en-US" altLang="ja-JP" dirty="0"/>
              <a:t>Program</a:t>
            </a:r>
            <a:r>
              <a:rPr lang="ja-JP" altLang="en-US" dirty="0"/>
              <a:t>（書き込み</a:t>
            </a:r>
            <a:r>
              <a:rPr lang="en-US" altLang="ja-JP" dirty="0"/>
              <a:t>)</a:t>
            </a:r>
            <a:r>
              <a:rPr lang="ja-JP" altLang="en-US" dirty="0"/>
              <a:t>を行うには、一度、電荷を消去して、</a:t>
            </a:r>
            <a:r>
              <a:rPr lang="en-US" altLang="ja-JP" dirty="0"/>
              <a:t>Erase</a:t>
            </a:r>
            <a:r>
              <a:rPr lang="ja-JP" altLang="en-US" dirty="0"/>
              <a:t>する。</a:t>
            </a:r>
            <a:br>
              <a:rPr lang="en-US" altLang="ja-JP" dirty="0"/>
            </a:br>
            <a:r>
              <a:rPr lang="ja-JP" altLang="en-US" dirty="0"/>
              <a:t>その動作はセルに影響を与える。</a:t>
            </a:r>
            <a:br>
              <a:rPr lang="en-US" altLang="ja-JP" dirty="0"/>
            </a:br>
            <a:r>
              <a:rPr lang="ja-JP" altLang="en-US" dirty="0"/>
              <a:t>セルの</a:t>
            </a:r>
            <a:r>
              <a:rPr lang="en-US" altLang="ja-JP" dirty="0"/>
              <a:t>Lifetime</a:t>
            </a:r>
            <a:r>
              <a:rPr lang="ja-JP" altLang="en-US" dirty="0"/>
              <a:t>に影響する。</a:t>
            </a:r>
            <a:br>
              <a:rPr lang="en-US" altLang="ja-JP" dirty="0"/>
            </a:br>
            <a:r>
              <a:rPr lang="ja-JP" altLang="en-US" dirty="0"/>
              <a:t>セルの使用回数の制限があり、</a:t>
            </a:r>
            <a:r>
              <a:rPr lang="en-US" altLang="ja-JP" dirty="0"/>
              <a:t>P/E</a:t>
            </a:r>
            <a:r>
              <a:rPr lang="ja-JP" altLang="en-US" dirty="0"/>
              <a:t>回数と定義される。</a:t>
            </a:r>
            <a:br>
              <a:rPr lang="en-US" altLang="ja-JP" dirty="0"/>
            </a:br>
            <a:r>
              <a:rPr lang="en-US" altLang="ja-JP" dirty="0"/>
              <a:t>Erase</a:t>
            </a:r>
            <a:r>
              <a:rPr lang="ja-JP" altLang="en-US" dirty="0"/>
              <a:t>は、絶縁幕を通過するトンネル効果を利用するので、セルの寿命に影響を与える。</a:t>
            </a:r>
            <a:endParaRPr lang="en-US" altLang="ja-JP" dirty="0"/>
          </a:p>
          <a:p>
            <a:pPr marL="0" lvl="1" indent="0">
              <a:buFont typeface="Arial" panose="020B0604020202020204" pitchFamily="34" charset="0"/>
              <a:buNone/>
            </a:pPr>
            <a:r>
              <a:rPr lang="en-US" altLang="ja-JP" dirty="0"/>
              <a:t>SLC</a:t>
            </a:r>
            <a:r>
              <a:rPr lang="ja-JP" altLang="en-US" dirty="0"/>
              <a:t>では、</a:t>
            </a:r>
            <a:r>
              <a:rPr lang="en-US" altLang="ja-JP" dirty="0"/>
              <a:t>10</a:t>
            </a:r>
            <a:r>
              <a:rPr lang="ja-JP" altLang="en-US" dirty="0"/>
              <a:t>万回程度。</a:t>
            </a:r>
            <a:endParaRPr lang="en-US" altLang="ja-JP" dirty="0"/>
          </a:p>
        </p:txBody>
      </p:sp>
      <p:sp>
        <p:nvSpPr>
          <p:cNvPr id="35" name="矢印: 下 34">
            <a:extLst>
              <a:ext uri="{FF2B5EF4-FFF2-40B4-BE49-F238E27FC236}">
                <a16:creationId xmlns:a16="http://schemas.microsoft.com/office/drawing/2014/main" id="{EE1AC374-FD29-14CD-86E0-21423B1991E0}"/>
              </a:ext>
            </a:extLst>
          </p:cNvPr>
          <p:cNvSpPr/>
          <p:nvPr/>
        </p:nvSpPr>
        <p:spPr>
          <a:xfrm>
            <a:off x="6624897" y="5120921"/>
            <a:ext cx="491977" cy="25908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Content Placeholder 3">
            <a:extLst>
              <a:ext uri="{FF2B5EF4-FFF2-40B4-BE49-F238E27FC236}">
                <a16:creationId xmlns:a16="http://schemas.microsoft.com/office/drawing/2014/main" id="{BC0FCFE5-926C-F108-8BD9-431D18D5525D}"/>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00922" y="5452184"/>
            <a:ext cx="3594294" cy="1066800"/>
          </a:xfrm>
          <a:prstGeom prst="rect">
            <a:avLst/>
          </a:prstGeom>
        </p:spPr>
        <p:txBody>
          <a:bodyPr vert="horz" lIns="91440" tIns="45720" rIns="91440" bIns="45720" rtlCol="0">
            <a:normAutofit lnSpcReduction="10000"/>
          </a:bodyPr>
          <a:lstStyle>
            <a:lvl1pPr marL="171450" indent="-171450" algn="l" defTabSz="685800" rtl="0" eaLnBrk="1" latinLnBrk="0" hangingPunct="1">
              <a:lnSpc>
                <a:spcPct val="120000"/>
              </a:lnSpc>
              <a:spcBef>
                <a:spcPts val="750"/>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1pPr>
            <a:lvl2pPr marL="3429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2pPr>
            <a:lvl3pPr marL="5143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3pPr>
            <a:lvl4pPr marL="6858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4pPr>
            <a:lvl5pPr marL="8572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1" indent="0">
              <a:buFont typeface="Arial" panose="020B0604020202020204" pitchFamily="34" charset="0"/>
              <a:buNone/>
            </a:pPr>
            <a:r>
              <a:rPr lang="ja-JP" altLang="en-US" b="1" dirty="0"/>
              <a:t>ウエアレベリング</a:t>
            </a:r>
            <a:br>
              <a:rPr lang="en-US" altLang="ja-JP" b="1" dirty="0"/>
            </a:br>
            <a:r>
              <a:rPr lang="en-US" altLang="ja-JP" dirty="0"/>
              <a:t>P/E</a:t>
            </a:r>
            <a:r>
              <a:rPr lang="ja-JP" altLang="en-US" dirty="0"/>
              <a:t>回数制限に抵触しないよう、書き込みブロックを分散させて平均化する処理。</a:t>
            </a:r>
            <a:endParaRPr lang="en-US" altLang="ja-JP" dirty="0"/>
          </a:p>
          <a:p>
            <a:pPr marL="0" lvl="1" indent="0">
              <a:buFont typeface="Arial" panose="020B0604020202020204" pitchFamily="34" charset="0"/>
              <a:buNone/>
            </a:pPr>
            <a:br>
              <a:rPr lang="en-US" altLang="ja-JP" b="1" dirty="0"/>
            </a:br>
            <a:endParaRPr lang="en-US" altLang="ja-JP" b="1" dirty="0"/>
          </a:p>
        </p:txBody>
      </p:sp>
      <p:sp>
        <p:nvSpPr>
          <p:cNvPr id="37" name="正方形/長方形 36">
            <a:extLst>
              <a:ext uri="{FF2B5EF4-FFF2-40B4-BE49-F238E27FC236}">
                <a16:creationId xmlns:a16="http://schemas.microsoft.com/office/drawing/2014/main" id="{5FA0672F-C3BA-0EDE-5DC1-113B746A1C1F}"/>
              </a:ext>
            </a:extLst>
          </p:cNvPr>
          <p:cNvSpPr/>
          <p:nvPr/>
        </p:nvSpPr>
        <p:spPr>
          <a:xfrm>
            <a:off x="104775" y="381000"/>
            <a:ext cx="4561941" cy="5943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4F46E231-2197-D69D-1C46-8951FB37DD10}"/>
              </a:ext>
            </a:extLst>
          </p:cNvPr>
          <p:cNvSpPr/>
          <p:nvPr/>
        </p:nvSpPr>
        <p:spPr>
          <a:xfrm>
            <a:off x="4931512" y="381000"/>
            <a:ext cx="4063704" cy="5943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075121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anim calcmode="lin" valueType="num">
                                      <p:cBhvr>
                                        <p:cTn id="8" dur="250" fill="hold"/>
                                        <p:tgtEl>
                                          <p:spTgt spid="14"/>
                                        </p:tgtEl>
                                        <p:attrNameLst>
                                          <p:attrName>ppt_x</p:attrName>
                                        </p:attrNameLst>
                                      </p:cBhvr>
                                      <p:tavLst>
                                        <p:tav tm="0">
                                          <p:val>
                                            <p:strVal val="#ppt_x"/>
                                          </p:val>
                                        </p:tav>
                                        <p:tav tm="100000">
                                          <p:val>
                                            <p:strVal val="#ppt_x"/>
                                          </p:val>
                                        </p:tav>
                                      </p:tavLst>
                                    </p:anim>
                                    <p:anim calcmode="lin" valueType="num">
                                      <p:cBhvr>
                                        <p:cTn id="9" dur="25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nodePh="1">
                                  <p:stCondLst>
                                    <p:cond delay="250"/>
                                  </p:stCondLst>
                                  <p:endCondLst>
                                    <p:cond evt="begin" delay="0">
                                      <p:tn val="10"/>
                                    </p:cond>
                                  </p:endCondLst>
                                  <p:iterate>
                                    <p:tmPct val="10000"/>
                                  </p:iterate>
                                  <p:childTnLst>
                                    <p:set>
                                      <p:cBhvr>
                                        <p:cTn id="11" dur="1" fill="hold">
                                          <p:stCondLst>
                                            <p:cond delay="0"/>
                                          </p:stCondLst>
                                        </p:cTn>
                                        <p:tgtEl>
                                          <p:spTgt spid="19"/>
                                        </p:tgtEl>
                                        <p:attrNameLst>
                                          <p:attrName>style.visibility</p:attrName>
                                        </p:attrNameLst>
                                      </p:cBhvr>
                                      <p:to>
                                        <p:strVal val="visible"/>
                                      </p:to>
                                    </p:set>
                                    <p:animEffect transition="in" filter="fade">
                                      <p:cBhvr>
                                        <p:cTn id="12" dur="250"/>
                                        <p:tgtEl>
                                          <p:spTgt spid="19"/>
                                        </p:tgtEl>
                                      </p:cBhvr>
                                    </p:animEffect>
                                    <p:anim calcmode="lin" valueType="num">
                                      <p:cBhvr>
                                        <p:cTn id="13" dur="250" fill="hold"/>
                                        <p:tgtEl>
                                          <p:spTgt spid="19"/>
                                        </p:tgtEl>
                                        <p:attrNameLst>
                                          <p:attrName>ppt_x</p:attrName>
                                        </p:attrNameLst>
                                      </p:cBhvr>
                                      <p:tavLst>
                                        <p:tav tm="0">
                                          <p:val>
                                            <p:strVal val="#ppt_x"/>
                                          </p:val>
                                        </p:tav>
                                        <p:tav tm="100000">
                                          <p:val>
                                            <p:strVal val="#ppt_x"/>
                                          </p:val>
                                        </p:tav>
                                      </p:tavLst>
                                    </p:anim>
                                    <p:anim calcmode="lin" valueType="num">
                                      <p:cBhvr>
                                        <p:cTn id="14" dur="250" fill="hold"/>
                                        <p:tgtEl>
                                          <p:spTgt spid="1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250"/>
                                  </p:stCondLst>
                                  <p:iterate>
                                    <p:tmPct val="10000"/>
                                  </p:iterate>
                                  <p:childTnLst>
                                    <p:set>
                                      <p:cBhvr>
                                        <p:cTn id="16" dur="1" fill="hold">
                                          <p:stCondLst>
                                            <p:cond delay="0"/>
                                          </p:stCondLst>
                                        </p:cTn>
                                        <p:tgtEl>
                                          <p:spTgt spid="25"/>
                                        </p:tgtEl>
                                        <p:attrNameLst>
                                          <p:attrName>style.visibility</p:attrName>
                                        </p:attrNameLst>
                                      </p:cBhvr>
                                      <p:to>
                                        <p:strVal val="visible"/>
                                      </p:to>
                                    </p:set>
                                    <p:animEffect transition="in" filter="fade">
                                      <p:cBhvr>
                                        <p:cTn id="17" dur="250"/>
                                        <p:tgtEl>
                                          <p:spTgt spid="25"/>
                                        </p:tgtEl>
                                      </p:cBhvr>
                                    </p:animEffect>
                                    <p:anim calcmode="lin" valueType="num">
                                      <p:cBhvr>
                                        <p:cTn id="18" dur="250" fill="hold"/>
                                        <p:tgtEl>
                                          <p:spTgt spid="25"/>
                                        </p:tgtEl>
                                        <p:attrNameLst>
                                          <p:attrName>ppt_x</p:attrName>
                                        </p:attrNameLst>
                                      </p:cBhvr>
                                      <p:tavLst>
                                        <p:tav tm="0">
                                          <p:val>
                                            <p:strVal val="#ppt_x"/>
                                          </p:val>
                                        </p:tav>
                                        <p:tav tm="100000">
                                          <p:val>
                                            <p:strVal val="#ppt_x"/>
                                          </p:val>
                                        </p:tav>
                                      </p:tavLst>
                                    </p:anim>
                                    <p:anim calcmode="lin" valueType="num">
                                      <p:cBhvr>
                                        <p:cTn id="19" dur="250" fill="hold"/>
                                        <p:tgtEl>
                                          <p:spTgt spid="2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250"/>
                                  </p:stCondLst>
                                  <p:iterate>
                                    <p:tmPct val="10000"/>
                                  </p:iterate>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anim calcmode="lin" valueType="num">
                                      <p:cBhvr>
                                        <p:cTn id="23" dur="250" fill="hold"/>
                                        <p:tgtEl>
                                          <p:spTgt spid="27"/>
                                        </p:tgtEl>
                                        <p:attrNameLst>
                                          <p:attrName>ppt_x</p:attrName>
                                        </p:attrNameLst>
                                      </p:cBhvr>
                                      <p:tavLst>
                                        <p:tav tm="0">
                                          <p:val>
                                            <p:strVal val="#ppt_x"/>
                                          </p:val>
                                        </p:tav>
                                        <p:tav tm="100000">
                                          <p:val>
                                            <p:strVal val="#ppt_x"/>
                                          </p:val>
                                        </p:tav>
                                      </p:tavLst>
                                    </p:anim>
                                    <p:anim calcmode="lin" valueType="num">
                                      <p:cBhvr>
                                        <p:cTn id="24" dur="250" fill="hold"/>
                                        <p:tgtEl>
                                          <p:spTgt spid="2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250"/>
                                  </p:stCondLst>
                                  <p:iterate>
                                    <p:tmPct val="10000"/>
                                  </p:iterate>
                                  <p:childTnLst>
                                    <p:set>
                                      <p:cBhvr>
                                        <p:cTn id="26" dur="1" fill="hold">
                                          <p:stCondLst>
                                            <p:cond delay="0"/>
                                          </p:stCondLst>
                                        </p:cTn>
                                        <p:tgtEl>
                                          <p:spTgt spid="33"/>
                                        </p:tgtEl>
                                        <p:attrNameLst>
                                          <p:attrName>style.visibility</p:attrName>
                                        </p:attrNameLst>
                                      </p:cBhvr>
                                      <p:to>
                                        <p:strVal val="visible"/>
                                      </p:to>
                                    </p:set>
                                    <p:animEffect transition="in" filter="fade">
                                      <p:cBhvr>
                                        <p:cTn id="27" dur="250"/>
                                        <p:tgtEl>
                                          <p:spTgt spid="33"/>
                                        </p:tgtEl>
                                      </p:cBhvr>
                                    </p:animEffect>
                                    <p:anim calcmode="lin" valueType="num">
                                      <p:cBhvr>
                                        <p:cTn id="28" dur="250" fill="hold"/>
                                        <p:tgtEl>
                                          <p:spTgt spid="33"/>
                                        </p:tgtEl>
                                        <p:attrNameLst>
                                          <p:attrName>ppt_x</p:attrName>
                                        </p:attrNameLst>
                                      </p:cBhvr>
                                      <p:tavLst>
                                        <p:tav tm="0">
                                          <p:val>
                                            <p:strVal val="#ppt_x"/>
                                          </p:val>
                                        </p:tav>
                                        <p:tav tm="100000">
                                          <p:val>
                                            <p:strVal val="#ppt_x"/>
                                          </p:val>
                                        </p:tav>
                                      </p:tavLst>
                                    </p:anim>
                                    <p:anim calcmode="lin" valueType="num">
                                      <p:cBhvr>
                                        <p:cTn id="29" dur="250" fill="hold"/>
                                        <p:tgtEl>
                                          <p:spTgt spid="33"/>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250"/>
                                  </p:stCondLst>
                                  <p:iterate>
                                    <p:tmPct val="10000"/>
                                  </p:iterate>
                                  <p:childTnLst>
                                    <p:set>
                                      <p:cBhvr>
                                        <p:cTn id="31" dur="1" fill="hold">
                                          <p:stCondLst>
                                            <p:cond delay="0"/>
                                          </p:stCondLst>
                                        </p:cTn>
                                        <p:tgtEl>
                                          <p:spTgt spid="36"/>
                                        </p:tgtEl>
                                        <p:attrNameLst>
                                          <p:attrName>style.visibility</p:attrName>
                                        </p:attrNameLst>
                                      </p:cBhvr>
                                      <p:to>
                                        <p:strVal val="visible"/>
                                      </p:to>
                                    </p:set>
                                    <p:animEffect transition="in" filter="fade">
                                      <p:cBhvr>
                                        <p:cTn id="32" dur="250"/>
                                        <p:tgtEl>
                                          <p:spTgt spid="36"/>
                                        </p:tgtEl>
                                      </p:cBhvr>
                                    </p:animEffect>
                                    <p:anim calcmode="lin" valueType="num">
                                      <p:cBhvr>
                                        <p:cTn id="33" dur="250" fill="hold"/>
                                        <p:tgtEl>
                                          <p:spTgt spid="36"/>
                                        </p:tgtEl>
                                        <p:attrNameLst>
                                          <p:attrName>ppt_x</p:attrName>
                                        </p:attrNameLst>
                                      </p:cBhvr>
                                      <p:tavLst>
                                        <p:tav tm="0">
                                          <p:val>
                                            <p:strVal val="#ppt_x"/>
                                          </p:val>
                                        </p:tav>
                                        <p:tav tm="100000">
                                          <p:val>
                                            <p:strVal val="#ppt_x"/>
                                          </p:val>
                                        </p:tav>
                                      </p:tavLst>
                                    </p:anim>
                                    <p:anim calcmode="lin" valueType="num">
                                      <p:cBhvr>
                                        <p:cTn id="34" dur="25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9" grpId="0"/>
      <p:bldP spid="25" grpId="0"/>
      <p:bldP spid="27" grpId="0"/>
      <p:bldP spid="33" grpId="0"/>
      <p:bldP spid="3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1796D-D51F-4E93-19CE-E4187B7BAF4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63C6DDD-4202-843C-0073-9B695107ED44}"/>
              </a:ext>
            </a:extLst>
          </p:cNvPr>
          <p:cNvSpPr>
            <a:spLocks noGrp="1"/>
          </p:cNvSpPr>
          <p:nvPr>
            <p:ph type="title"/>
          </p:nvPr>
        </p:nvSpPr>
        <p:spPr>
          <a:xfrm>
            <a:off x="400051" y="533400"/>
            <a:ext cx="5095874" cy="1066800"/>
          </a:xfrm>
        </p:spPr>
        <p:txBody>
          <a:bodyPr/>
          <a:lstStyle/>
          <a:p>
            <a:r>
              <a:rPr kumimoji="1" lang="ja-JP" altLang="en-US" dirty="0"/>
              <a:t>ガベージコレクション</a:t>
            </a:r>
          </a:p>
        </p:txBody>
      </p:sp>
      <p:sp>
        <p:nvSpPr>
          <p:cNvPr id="8" name="Content Placeholder 3">
            <a:extLst>
              <a:ext uri="{FF2B5EF4-FFF2-40B4-BE49-F238E27FC236}">
                <a16:creationId xmlns:a16="http://schemas.microsoft.com/office/drawing/2014/main" id="{837048F8-E02E-5A37-04FF-9844A7CFD21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67616" y="1064459"/>
            <a:ext cx="6719033" cy="1189291"/>
          </a:xfrm>
        </p:spPr>
        <p:txBody>
          <a:bodyPr>
            <a:normAutofit/>
          </a:bodyPr>
          <a:lstStyle/>
          <a:p>
            <a:pPr marL="0" lvl="1" indent="0">
              <a:buNone/>
            </a:pPr>
            <a:r>
              <a:rPr lang="en-US" altLang="ja-JP" dirty="0"/>
              <a:t>UFS</a:t>
            </a:r>
            <a:r>
              <a:rPr lang="ja-JP" altLang="en-US" dirty="0"/>
              <a:t>は、書き込みは</a:t>
            </a:r>
            <a:r>
              <a:rPr lang="en-US" altLang="ja-JP" dirty="0"/>
              <a:t>Erase</a:t>
            </a:r>
            <a:r>
              <a:rPr lang="ja-JP" altLang="en-US" dirty="0"/>
              <a:t>された状態でしか書き込めない。</a:t>
            </a:r>
            <a:br>
              <a:rPr lang="en-US" altLang="ja-JP" dirty="0"/>
            </a:br>
            <a:r>
              <a:rPr lang="ja-JP" altLang="en-US" dirty="0"/>
              <a:t>ホスト側で、同じ変数（例えば</a:t>
            </a:r>
            <a:r>
              <a:rPr lang="en-US" altLang="ja-JP" dirty="0"/>
              <a:t>LBA0)</a:t>
            </a:r>
            <a:r>
              <a:rPr lang="ja-JP" altLang="en-US" dirty="0"/>
              <a:t>に</a:t>
            </a:r>
            <a:r>
              <a:rPr lang="en-US" altLang="ja-JP" dirty="0"/>
              <a:t>0x5A</a:t>
            </a:r>
            <a:r>
              <a:rPr lang="ja-JP" altLang="en-US" dirty="0"/>
              <a:t>から、</a:t>
            </a:r>
            <a:r>
              <a:rPr lang="en-US" altLang="ja-JP" dirty="0"/>
              <a:t>0xFF</a:t>
            </a:r>
            <a:r>
              <a:rPr lang="ja-JP" altLang="en-US" dirty="0"/>
              <a:t>に書き替えるとする。</a:t>
            </a:r>
            <a:br>
              <a:rPr lang="en-US" altLang="ja-JP" dirty="0"/>
            </a:br>
            <a:r>
              <a:rPr lang="en-US" altLang="ja-JP" dirty="0"/>
              <a:t>UFS</a:t>
            </a:r>
            <a:r>
              <a:rPr lang="ja-JP" altLang="en-US" dirty="0"/>
              <a:t>デバイス側では、物理的に</a:t>
            </a:r>
            <a:r>
              <a:rPr lang="en-US" altLang="ja-JP" dirty="0"/>
              <a:t>0xFF</a:t>
            </a:r>
            <a:r>
              <a:rPr lang="ja-JP" altLang="en-US" dirty="0"/>
              <a:t>を別のページライト</a:t>
            </a:r>
            <a:r>
              <a:rPr lang="en-US" altLang="ja-JP" dirty="0"/>
              <a:t>0x</a:t>
            </a:r>
            <a:r>
              <a:rPr lang="ja-JP" altLang="en-US" dirty="0"/>
              <a:t>し、元のページ</a:t>
            </a:r>
            <a:r>
              <a:rPr lang="en-US" altLang="ja-JP" dirty="0"/>
              <a:t>0x5A</a:t>
            </a:r>
            <a:r>
              <a:rPr lang="ja-JP" altLang="en-US" dirty="0"/>
              <a:t>は、ガベージとして残り、</a:t>
            </a:r>
            <a:r>
              <a:rPr lang="en-US" altLang="ja-JP" dirty="0"/>
              <a:t>invalid</a:t>
            </a:r>
            <a:r>
              <a:rPr lang="ja-JP" altLang="en-US" dirty="0"/>
              <a:t>データとなる。</a:t>
            </a:r>
            <a:br>
              <a:rPr lang="en-US" altLang="ja-JP" dirty="0"/>
            </a:br>
            <a:r>
              <a:rPr lang="ja-JP" altLang="en-US" dirty="0"/>
              <a:t>このガベージは最終的に</a:t>
            </a:r>
            <a:r>
              <a:rPr lang="en-US" altLang="ja-JP" dirty="0"/>
              <a:t>Erase</a:t>
            </a:r>
            <a:r>
              <a:rPr lang="ja-JP" altLang="en-US" dirty="0"/>
              <a:t>して、書き込みブロックとして準備することなる。</a:t>
            </a:r>
            <a:endParaRPr lang="en-US" altLang="ja-JP" dirty="0"/>
          </a:p>
        </p:txBody>
      </p:sp>
      <p:sp>
        <p:nvSpPr>
          <p:cNvPr id="9" name="正方形/長方形 8">
            <a:extLst>
              <a:ext uri="{FF2B5EF4-FFF2-40B4-BE49-F238E27FC236}">
                <a16:creationId xmlns:a16="http://schemas.microsoft.com/office/drawing/2014/main" id="{84AF1B57-EF99-AA85-4DA7-F5E0B80C9DC5}"/>
              </a:ext>
            </a:extLst>
          </p:cNvPr>
          <p:cNvSpPr/>
          <p:nvPr/>
        </p:nvSpPr>
        <p:spPr>
          <a:xfrm>
            <a:off x="2320191" y="2965534"/>
            <a:ext cx="776287" cy="210302"/>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2C50222C-7014-4233-ED71-D4687116C1B1}"/>
              </a:ext>
            </a:extLst>
          </p:cNvPr>
          <p:cNvSpPr txBox="1"/>
          <p:nvPr/>
        </p:nvSpPr>
        <p:spPr>
          <a:xfrm>
            <a:off x="1758216" y="2943727"/>
            <a:ext cx="1123950" cy="253916"/>
          </a:xfrm>
          <a:prstGeom prst="rect">
            <a:avLst/>
          </a:prstGeom>
          <a:noFill/>
        </p:spPr>
        <p:txBody>
          <a:bodyPr wrap="square" rtlCol="0">
            <a:spAutoFit/>
          </a:bodyPr>
          <a:lstStyle/>
          <a:p>
            <a:r>
              <a:rPr kumimoji="1" lang="en-US" altLang="ja-JP" sz="1050" b="1" dirty="0"/>
              <a:t>LBA0</a:t>
            </a:r>
            <a:endParaRPr kumimoji="1" lang="ja-JP" altLang="en-US" sz="1050" b="1" dirty="0"/>
          </a:p>
        </p:txBody>
      </p:sp>
      <p:sp>
        <p:nvSpPr>
          <p:cNvPr id="11" name="テキスト ボックス 10">
            <a:extLst>
              <a:ext uri="{FF2B5EF4-FFF2-40B4-BE49-F238E27FC236}">
                <a16:creationId xmlns:a16="http://schemas.microsoft.com/office/drawing/2014/main" id="{CE654A7C-530A-AA2D-3BB5-B5B8D56D3C6F}"/>
              </a:ext>
            </a:extLst>
          </p:cNvPr>
          <p:cNvSpPr txBox="1"/>
          <p:nvPr/>
        </p:nvSpPr>
        <p:spPr>
          <a:xfrm>
            <a:off x="2410679" y="2965534"/>
            <a:ext cx="1123950" cy="253916"/>
          </a:xfrm>
          <a:prstGeom prst="rect">
            <a:avLst/>
          </a:prstGeom>
          <a:noFill/>
        </p:spPr>
        <p:txBody>
          <a:bodyPr wrap="square" rtlCol="0">
            <a:spAutoFit/>
          </a:bodyPr>
          <a:lstStyle/>
          <a:p>
            <a:r>
              <a:rPr kumimoji="1" lang="en-US" altLang="ja-JP" sz="1050" b="1" dirty="0"/>
              <a:t>0x5A</a:t>
            </a:r>
            <a:endParaRPr kumimoji="1" lang="ja-JP" altLang="en-US" sz="1050" b="1" dirty="0"/>
          </a:p>
        </p:txBody>
      </p:sp>
      <p:sp>
        <p:nvSpPr>
          <p:cNvPr id="12" name="正方形/長方形 11">
            <a:extLst>
              <a:ext uri="{FF2B5EF4-FFF2-40B4-BE49-F238E27FC236}">
                <a16:creationId xmlns:a16="http://schemas.microsoft.com/office/drawing/2014/main" id="{004D2484-27A3-EA1B-5D35-6828B111A167}"/>
              </a:ext>
            </a:extLst>
          </p:cNvPr>
          <p:cNvSpPr/>
          <p:nvPr/>
        </p:nvSpPr>
        <p:spPr>
          <a:xfrm>
            <a:off x="5658703" y="2956009"/>
            <a:ext cx="776287" cy="210302"/>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8461328C-B165-1005-DC79-1F9FF0979F2F}"/>
              </a:ext>
            </a:extLst>
          </p:cNvPr>
          <p:cNvSpPr txBox="1"/>
          <p:nvPr/>
        </p:nvSpPr>
        <p:spPr>
          <a:xfrm>
            <a:off x="4582380" y="2956009"/>
            <a:ext cx="1123950" cy="253916"/>
          </a:xfrm>
          <a:prstGeom prst="rect">
            <a:avLst/>
          </a:prstGeom>
          <a:noFill/>
        </p:spPr>
        <p:txBody>
          <a:bodyPr wrap="square" rtlCol="0">
            <a:spAutoFit/>
          </a:bodyPr>
          <a:lstStyle/>
          <a:p>
            <a:r>
              <a:rPr kumimoji="1" lang="en-US" altLang="ja-JP" sz="1050" b="1" dirty="0" err="1"/>
              <a:t>BlockA</a:t>
            </a:r>
            <a:r>
              <a:rPr kumimoji="1" lang="en-US" altLang="ja-JP" sz="1050" b="1" dirty="0"/>
              <a:t>(Page0)</a:t>
            </a:r>
            <a:endParaRPr kumimoji="1" lang="ja-JP" altLang="en-US" sz="1050" b="1" dirty="0"/>
          </a:p>
        </p:txBody>
      </p:sp>
      <p:sp>
        <p:nvSpPr>
          <p:cNvPr id="16" name="テキスト ボックス 15">
            <a:extLst>
              <a:ext uri="{FF2B5EF4-FFF2-40B4-BE49-F238E27FC236}">
                <a16:creationId xmlns:a16="http://schemas.microsoft.com/office/drawing/2014/main" id="{8E552742-C982-DE2C-1483-CACD970C06FE}"/>
              </a:ext>
            </a:extLst>
          </p:cNvPr>
          <p:cNvSpPr txBox="1"/>
          <p:nvPr/>
        </p:nvSpPr>
        <p:spPr>
          <a:xfrm>
            <a:off x="1770550" y="3660359"/>
            <a:ext cx="1123950" cy="253916"/>
          </a:xfrm>
          <a:prstGeom prst="rect">
            <a:avLst/>
          </a:prstGeom>
          <a:noFill/>
        </p:spPr>
        <p:txBody>
          <a:bodyPr wrap="square" rtlCol="0">
            <a:spAutoFit/>
          </a:bodyPr>
          <a:lstStyle/>
          <a:p>
            <a:r>
              <a:rPr kumimoji="1" lang="en-US" altLang="ja-JP" sz="1050" b="1" dirty="0"/>
              <a:t>LBA0</a:t>
            </a:r>
            <a:endParaRPr kumimoji="1" lang="ja-JP" altLang="en-US" sz="1050" b="1" dirty="0"/>
          </a:p>
        </p:txBody>
      </p:sp>
      <p:sp>
        <p:nvSpPr>
          <p:cNvPr id="18" name="矢印: 下 17">
            <a:extLst>
              <a:ext uri="{FF2B5EF4-FFF2-40B4-BE49-F238E27FC236}">
                <a16:creationId xmlns:a16="http://schemas.microsoft.com/office/drawing/2014/main" id="{B4CDBC12-923D-86C6-9D48-925326D8C8C3}"/>
              </a:ext>
            </a:extLst>
          </p:cNvPr>
          <p:cNvSpPr/>
          <p:nvPr/>
        </p:nvSpPr>
        <p:spPr>
          <a:xfrm>
            <a:off x="2573032" y="3382504"/>
            <a:ext cx="214312" cy="1691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8219A5C4-622A-E5FB-3745-4046376CDB9D}"/>
              </a:ext>
            </a:extLst>
          </p:cNvPr>
          <p:cNvSpPr/>
          <p:nvPr/>
        </p:nvSpPr>
        <p:spPr>
          <a:xfrm>
            <a:off x="2344858" y="3711744"/>
            <a:ext cx="776287" cy="210302"/>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0CE396EC-BB8E-B999-887F-6A16D95D824B}"/>
              </a:ext>
            </a:extLst>
          </p:cNvPr>
          <p:cNvSpPr txBox="1"/>
          <p:nvPr/>
        </p:nvSpPr>
        <p:spPr>
          <a:xfrm>
            <a:off x="2445848" y="3711744"/>
            <a:ext cx="1123950" cy="253916"/>
          </a:xfrm>
          <a:prstGeom prst="rect">
            <a:avLst/>
          </a:prstGeom>
          <a:noFill/>
        </p:spPr>
        <p:txBody>
          <a:bodyPr wrap="square" rtlCol="0">
            <a:spAutoFit/>
          </a:bodyPr>
          <a:lstStyle/>
          <a:p>
            <a:r>
              <a:rPr kumimoji="1" lang="en-US" altLang="ja-JP" sz="1050" b="1" dirty="0"/>
              <a:t>0xFF</a:t>
            </a:r>
            <a:endParaRPr kumimoji="1" lang="ja-JP" altLang="en-US" sz="1050" b="1" dirty="0"/>
          </a:p>
        </p:txBody>
      </p:sp>
      <p:sp>
        <p:nvSpPr>
          <p:cNvPr id="20" name="テキスト ボックス 19">
            <a:extLst>
              <a:ext uri="{FF2B5EF4-FFF2-40B4-BE49-F238E27FC236}">
                <a16:creationId xmlns:a16="http://schemas.microsoft.com/office/drawing/2014/main" id="{F637F925-27C3-9AB6-2ED5-B405BC265C1F}"/>
              </a:ext>
            </a:extLst>
          </p:cNvPr>
          <p:cNvSpPr txBox="1"/>
          <p:nvPr/>
        </p:nvSpPr>
        <p:spPr>
          <a:xfrm>
            <a:off x="2787344" y="3323601"/>
            <a:ext cx="1426369" cy="253916"/>
          </a:xfrm>
          <a:prstGeom prst="rect">
            <a:avLst/>
          </a:prstGeom>
          <a:noFill/>
        </p:spPr>
        <p:txBody>
          <a:bodyPr wrap="square" rtlCol="0">
            <a:spAutoFit/>
          </a:bodyPr>
          <a:lstStyle/>
          <a:p>
            <a:r>
              <a:rPr kumimoji="1" lang="ja-JP" altLang="en-US" sz="1050" b="1" dirty="0"/>
              <a:t>ホストが書き替え</a:t>
            </a:r>
          </a:p>
        </p:txBody>
      </p:sp>
      <p:sp>
        <p:nvSpPr>
          <p:cNvPr id="21" name="矢印: 下 20">
            <a:extLst>
              <a:ext uri="{FF2B5EF4-FFF2-40B4-BE49-F238E27FC236}">
                <a16:creationId xmlns:a16="http://schemas.microsoft.com/office/drawing/2014/main" id="{5BA0A0BC-0D01-AEF8-B5AD-33168FBC14AB}"/>
              </a:ext>
            </a:extLst>
          </p:cNvPr>
          <p:cNvSpPr/>
          <p:nvPr/>
        </p:nvSpPr>
        <p:spPr>
          <a:xfrm>
            <a:off x="5503921" y="3392529"/>
            <a:ext cx="214312" cy="1691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BC48E808-E380-E4A9-8E40-8E225C804210}"/>
              </a:ext>
            </a:extLst>
          </p:cNvPr>
          <p:cNvSpPr txBox="1"/>
          <p:nvPr/>
        </p:nvSpPr>
        <p:spPr>
          <a:xfrm>
            <a:off x="4582380" y="3650709"/>
            <a:ext cx="1123950" cy="253916"/>
          </a:xfrm>
          <a:prstGeom prst="rect">
            <a:avLst/>
          </a:prstGeom>
          <a:noFill/>
        </p:spPr>
        <p:txBody>
          <a:bodyPr wrap="square" rtlCol="0">
            <a:spAutoFit/>
          </a:bodyPr>
          <a:lstStyle/>
          <a:p>
            <a:r>
              <a:rPr kumimoji="1" lang="en-US" altLang="ja-JP" sz="1050" b="1" dirty="0" err="1"/>
              <a:t>BlockA</a:t>
            </a:r>
            <a:r>
              <a:rPr kumimoji="1" lang="en-US" altLang="ja-JP" sz="1050" b="1" dirty="0"/>
              <a:t>(Page0)</a:t>
            </a:r>
            <a:endParaRPr kumimoji="1" lang="ja-JP" altLang="en-US" sz="1050" b="1" dirty="0"/>
          </a:p>
        </p:txBody>
      </p:sp>
      <p:sp>
        <p:nvSpPr>
          <p:cNvPr id="24" name="正方形/長方形 23">
            <a:extLst>
              <a:ext uri="{FF2B5EF4-FFF2-40B4-BE49-F238E27FC236}">
                <a16:creationId xmlns:a16="http://schemas.microsoft.com/office/drawing/2014/main" id="{710CC0A1-30B4-B4BF-2366-596A58BCE6F8}"/>
              </a:ext>
            </a:extLst>
          </p:cNvPr>
          <p:cNvSpPr/>
          <p:nvPr/>
        </p:nvSpPr>
        <p:spPr>
          <a:xfrm>
            <a:off x="5669209" y="3679532"/>
            <a:ext cx="776287" cy="210302"/>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1A47562B-0CC2-419F-F7E8-E553ECA42616}"/>
              </a:ext>
            </a:extLst>
          </p:cNvPr>
          <p:cNvSpPr txBox="1"/>
          <p:nvPr/>
        </p:nvSpPr>
        <p:spPr>
          <a:xfrm>
            <a:off x="4594283" y="4091493"/>
            <a:ext cx="1123950" cy="253916"/>
          </a:xfrm>
          <a:prstGeom prst="rect">
            <a:avLst/>
          </a:prstGeom>
          <a:noFill/>
        </p:spPr>
        <p:txBody>
          <a:bodyPr wrap="square" rtlCol="0">
            <a:spAutoFit/>
          </a:bodyPr>
          <a:lstStyle/>
          <a:p>
            <a:r>
              <a:rPr kumimoji="1" lang="en-US" altLang="ja-JP" sz="1050" b="1" dirty="0" err="1"/>
              <a:t>BlockB</a:t>
            </a:r>
            <a:r>
              <a:rPr kumimoji="1" lang="en-US" altLang="ja-JP" sz="1050" b="1" dirty="0"/>
              <a:t>(Page1)</a:t>
            </a:r>
            <a:endParaRPr kumimoji="1" lang="ja-JP" altLang="en-US" sz="1050" b="1" dirty="0"/>
          </a:p>
        </p:txBody>
      </p:sp>
      <p:sp>
        <p:nvSpPr>
          <p:cNvPr id="26" name="正方形/長方形 25">
            <a:extLst>
              <a:ext uri="{FF2B5EF4-FFF2-40B4-BE49-F238E27FC236}">
                <a16:creationId xmlns:a16="http://schemas.microsoft.com/office/drawing/2014/main" id="{CDB1FC9F-7744-5650-4EF1-AE339BED41CA}"/>
              </a:ext>
            </a:extLst>
          </p:cNvPr>
          <p:cNvSpPr/>
          <p:nvPr/>
        </p:nvSpPr>
        <p:spPr>
          <a:xfrm>
            <a:off x="5683497" y="4135107"/>
            <a:ext cx="776287" cy="210302"/>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06B653DF-BFE3-1377-7F32-7FE84C4D09CC}"/>
              </a:ext>
            </a:extLst>
          </p:cNvPr>
          <p:cNvSpPr txBox="1"/>
          <p:nvPr/>
        </p:nvSpPr>
        <p:spPr>
          <a:xfrm>
            <a:off x="5806338" y="4113300"/>
            <a:ext cx="1123950" cy="253916"/>
          </a:xfrm>
          <a:prstGeom prst="rect">
            <a:avLst/>
          </a:prstGeom>
          <a:noFill/>
        </p:spPr>
        <p:txBody>
          <a:bodyPr wrap="square" rtlCol="0">
            <a:spAutoFit/>
          </a:bodyPr>
          <a:lstStyle/>
          <a:p>
            <a:r>
              <a:rPr kumimoji="1" lang="en-US" altLang="ja-JP" sz="1050" b="1" dirty="0"/>
              <a:t>0xFF</a:t>
            </a:r>
            <a:endParaRPr kumimoji="1" lang="ja-JP" altLang="en-US" sz="1050" b="1" dirty="0"/>
          </a:p>
        </p:txBody>
      </p:sp>
      <p:sp>
        <p:nvSpPr>
          <p:cNvPr id="14" name="テキスト ボックス 13">
            <a:extLst>
              <a:ext uri="{FF2B5EF4-FFF2-40B4-BE49-F238E27FC236}">
                <a16:creationId xmlns:a16="http://schemas.microsoft.com/office/drawing/2014/main" id="{40708719-78E1-CD67-F733-67F7F50C1344}"/>
              </a:ext>
            </a:extLst>
          </p:cNvPr>
          <p:cNvSpPr txBox="1"/>
          <p:nvPr/>
        </p:nvSpPr>
        <p:spPr>
          <a:xfrm>
            <a:off x="5806338" y="3652338"/>
            <a:ext cx="1123950" cy="253916"/>
          </a:xfrm>
          <a:prstGeom prst="rect">
            <a:avLst/>
          </a:prstGeom>
          <a:noFill/>
        </p:spPr>
        <p:txBody>
          <a:bodyPr wrap="square" rtlCol="0">
            <a:spAutoFit/>
          </a:bodyPr>
          <a:lstStyle/>
          <a:p>
            <a:r>
              <a:rPr kumimoji="1" lang="en-US" altLang="ja-JP" sz="1050" b="1" dirty="0"/>
              <a:t>0x5A</a:t>
            </a:r>
            <a:endParaRPr kumimoji="1" lang="ja-JP" altLang="en-US" sz="1050" b="1" dirty="0"/>
          </a:p>
        </p:txBody>
      </p:sp>
      <p:sp>
        <p:nvSpPr>
          <p:cNvPr id="28" name="テキスト ボックス 27">
            <a:extLst>
              <a:ext uri="{FF2B5EF4-FFF2-40B4-BE49-F238E27FC236}">
                <a16:creationId xmlns:a16="http://schemas.microsoft.com/office/drawing/2014/main" id="{33C6BCF1-B9C5-3FC6-3CF8-FAF369FB0CF8}"/>
              </a:ext>
            </a:extLst>
          </p:cNvPr>
          <p:cNvSpPr txBox="1"/>
          <p:nvPr/>
        </p:nvSpPr>
        <p:spPr>
          <a:xfrm>
            <a:off x="5753954" y="2943727"/>
            <a:ext cx="1123950" cy="253916"/>
          </a:xfrm>
          <a:prstGeom prst="rect">
            <a:avLst/>
          </a:prstGeom>
          <a:noFill/>
        </p:spPr>
        <p:txBody>
          <a:bodyPr wrap="square" rtlCol="0">
            <a:spAutoFit/>
          </a:bodyPr>
          <a:lstStyle/>
          <a:p>
            <a:r>
              <a:rPr kumimoji="1" lang="en-US" altLang="ja-JP" sz="1050" b="1" dirty="0"/>
              <a:t>0x5A</a:t>
            </a:r>
            <a:endParaRPr kumimoji="1" lang="ja-JP" altLang="en-US" sz="1050" b="1" dirty="0"/>
          </a:p>
        </p:txBody>
      </p:sp>
      <p:sp>
        <p:nvSpPr>
          <p:cNvPr id="29" name="テキスト ボックス 28">
            <a:extLst>
              <a:ext uri="{FF2B5EF4-FFF2-40B4-BE49-F238E27FC236}">
                <a16:creationId xmlns:a16="http://schemas.microsoft.com/office/drawing/2014/main" id="{4C86BFE7-B7B5-0F04-EC2B-48162D544F3A}"/>
              </a:ext>
            </a:extLst>
          </p:cNvPr>
          <p:cNvSpPr txBox="1"/>
          <p:nvPr/>
        </p:nvSpPr>
        <p:spPr>
          <a:xfrm>
            <a:off x="6551247" y="3635918"/>
            <a:ext cx="2031632" cy="253916"/>
          </a:xfrm>
          <a:prstGeom prst="rect">
            <a:avLst/>
          </a:prstGeom>
          <a:noFill/>
        </p:spPr>
        <p:txBody>
          <a:bodyPr wrap="square" rtlCol="0">
            <a:spAutoFit/>
          </a:bodyPr>
          <a:lstStyle/>
          <a:p>
            <a:r>
              <a:rPr kumimoji="1" lang="en-US" altLang="ja-JP" sz="1050" b="1" dirty="0"/>
              <a:t>Invalid</a:t>
            </a:r>
            <a:r>
              <a:rPr kumimoji="1" lang="ja-JP" altLang="en-US" sz="1050" b="1" dirty="0"/>
              <a:t>として、ごみになる。</a:t>
            </a:r>
          </a:p>
        </p:txBody>
      </p:sp>
      <p:sp>
        <p:nvSpPr>
          <p:cNvPr id="30" name="テキスト ボックス 29">
            <a:extLst>
              <a:ext uri="{FF2B5EF4-FFF2-40B4-BE49-F238E27FC236}">
                <a16:creationId xmlns:a16="http://schemas.microsoft.com/office/drawing/2014/main" id="{EEF38D1A-98FB-6FA6-7CFF-28286EEEB176}"/>
              </a:ext>
            </a:extLst>
          </p:cNvPr>
          <p:cNvSpPr txBox="1"/>
          <p:nvPr/>
        </p:nvSpPr>
        <p:spPr>
          <a:xfrm>
            <a:off x="6582625" y="4091493"/>
            <a:ext cx="2031632" cy="253916"/>
          </a:xfrm>
          <a:prstGeom prst="rect">
            <a:avLst/>
          </a:prstGeom>
          <a:noFill/>
        </p:spPr>
        <p:txBody>
          <a:bodyPr wrap="square" rtlCol="0">
            <a:spAutoFit/>
          </a:bodyPr>
          <a:lstStyle/>
          <a:p>
            <a:r>
              <a:rPr kumimoji="1" lang="ja-JP" altLang="en-US" sz="1050" b="1" dirty="0"/>
              <a:t>これを</a:t>
            </a:r>
            <a:r>
              <a:rPr kumimoji="1" lang="en-US" altLang="ja-JP" sz="1050" b="1" dirty="0"/>
              <a:t>valid</a:t>
            </a:r>
            <a:r>
              <a:rPr kumimoji="1" lang="ja-JP" altLang="en-US" sz="1050" b="1" dirty="0"/>
              <a:t>として使用する。</a:t>
            </a:r>
          </a:p>
        </p:txBody>
      </p:sp>
      <p:sp>
        <p:nvSpPr>
          <p:cNvPr id="31" name="テキスト ボックス 30">
            <a:extLst>
              <a:ext uri="{FF2B5EF4-FFF2-40B4-BE49-F238E27FC236}">
                <a16:creationId xmlns:a16="http://schemas.microsoft.com/office/drawing/2014/main" id="{02B1E68F-8DB0-E17B-0CD2-9F5A0C88B7BB}"/>
              </a:ext>
            </a:extLst>
          </p:cNvPr>
          <p:cNvSpPr txBox="1"/>
          <p:nvPr/>
        </p:nvSpPr>
        <p:spPr>
          <a:xfrm>
            <a:off x="1995149" y="2445379"/>
            <a:ext cx="1426369" cy="253916"/>
          </a:xfrm>
          <a:prstGeom prst="rect">
            <a:avLst/>
          </a:prstGeom>
          <a:noFill/>
          <a:ln>
            <a:solidFill>
              <a:schemeClr val="tx1"/>
            </a:solidFill>
          </a:ln>
        </p:spPr>
        <p:txBody>
          <a:bodyPr wrap="square" rtlCol="0">
            <a:spAutoFit/>
          </a:bodyPr>
          <a:lstStyle/>
          <a:p>
            <a:r>
              <a:rPr kumimoji="1" lang="ja-JP" altLang="en-US" sz="1050" b="1" dirty="0"/>
              <a:t>ホスト側の処理</a:t>
            </a:r>
          </a:p>
        </p:txBody>
      </p:sp>
      <p:sp>
        <p:nvSpPr>
          <p:cNvPr id="32" name="テキスト ボックス 31">
            <a:extLst>
              <a:ext uri="{FF2B5EF4-FFF2-40B4-BE49-F238E27FC236}">
                <a16:creationId xmlns:a16="http://schemas.microsoft.com/office/drawing/2014/main" id="{E853622D-A57B-75E7-78A2-D2D745140086}"/>
              </a:ext>
            </a:extLst>
          </p:cNvPr>
          <p:cNvSpPr txBox="1"/>
          <p:nvPr/>
        </p:nvSpPr>
        <p:spPr>
          <a:xfrm>
            <a:off x="4938039" y="2456820"/>
            <a:ext cx="1613208" cy="253916"/>
          </a:xfrm>
          <a:prstGeom prst="rect">
            <a:avLst/>
          </a:prstGeom>
          <a:noFill/>
          <a:ln>
            <a:solidFill>
              <a:schemeClr val="tx1"/>
            </a:solidFill>
          </a:ln>
        </p:spPr>
        <p:txBody>
          <a:bodyPr wrap="square" rtlCol="0">
            <a:spAutoFit/>
          </a:bodyPr>
          <a:lstStyle/>
          <a:p>
            <a:r>
              <a:rPr kumimoji="1" lang="en-US" altLang="ja-JP" sz="1050" b="1" dirty="0"/>
              <a:t>UFS</a:t>
            </a:r>
            <a:r>
              <a:rPr kumimoji="1" lang="ja-JP" altLang="en-US" sz="1050" b="1" dirty="0"/>
              <a:t>デバイス側の処理</a:t>
            </a:r>
          </a:p>
        </p:txBody>
      </p:sp>
    </p:spTree>
    <p:extLst>
      <p:ext uri="{BB962C8B-B14F-4D97-AF65-F5344CB8AC3E}">
        <p14:creationId xmlns:p14="http://schemas.microsoft.com/office/powerpoint/2010/main" val="1343434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53355-E279-D529-447D-14A8A2F2DBA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B2CCA73-DCFA-599A-D95C-862B7F500E6D}"/>
              </a:ext>
            </a:extLst>
          </p:cNvPr>
          <p:cNvSpPr>
            <a:spLocks noGrp="1"/>
          </p:cNvSpPr>
          <p:nvPr>
            <p:ph type="title"/>
          </p:nvPr>
        </p:nvSpPr>
        <p:spPr>
          <a:xfrm>
            <a:off x="400051" y="533400"/>
            <a:ext cx="5095874" cy="1066800"/>
          </a:xfrm>
        </p:spPr>
        <p:txBody>
          <a:bodyPr/>
          <a:lstStyle/>
          <a:p>
            <a:r>
              <a:rPr kumimoji="1" lang="ja-JP" altLang="en-US" dirty="0"/>
              <a:t>バックグランドオペレーション</a:t>
            </a:r>
            <a:r>
              <a:rPr kumimoji="1" lang="en-US" altLang="ja-JP" dirty="0"/>
              <a:t>(BKOPS)</a:t>
            </a:r>
            <a:endParaRPr kumimoji="1" lang="ja-JP" altLang="en-US" dirty="0"/>
          </a:p>
        </p:txBody>
      </p:sp>
      <p:sp>
        <p:nvSpPr>
          <p:cNvPr id="8" name="Content Placeholder 3">
            <a:extLst>
              <a:ext uri="{FF2B5EF4-FFF2-40B4-BE49-F238E27FC236}">
                <a16:creationId xmlns:a16="http://schemas.microsoft.com/office/drawing/2014/main" id="{973BE10E-112D-3B13-B20B-7999834DFB0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4474" y="1125642"/>
            <a:ext cx="7629426" cy="1189291"/>
          </a:xfrm>
        </p:spPr>
        <p:txBody>
          <a:bodyPr>
            <a:normAutofit/>
          </a:bodyPr>
          <a:lstStyle/>
          <a:p>
            <a:pPr marL="0" lvl="1" indent="0">
              <a:buNone/>
            </a:pPr>
            <a:r>
              <a:rPr lang="en-US" altLang="ja-JP" sz="1400" dirty="0">
                <a:latin typeface="ＭＳ ゴシック" panose="020B0609070205080204" pitchFamily="49" charset="-128"/>
                <a:ea typeface="ＭＳ ゴシック" panose="020B0609070205080204" pitchFamily="49" charset="-128"/>
              </a:rPr>
              <a:t>UFS</a:t>
            </a:r>
            <a:r>
              <a:rPr lang="ja-JP" altLang="en-US" sz="1400" dirty="0">
                <a:latin typeface="ＭＳ ゴシック" panose="020B0609070205080204" pitchFamily="49" charset="-128"/>
                <a:ea typeface="ＭＳ ゴシック" panose="020B0609070205080204" pitchFamily="49" charset="-128"/>
              </a:rPr>
              <a:t>は、ホストからのデータの読み書きとは独立して、デバイス内部で</a:t>
            </a:r>
            <a:r>
              <a:rPr lang="en-US" altLang="ja-JP" sz="1400" dirty="0">
                <a:latin typeface="ＭＳ ゴシック" panose="020B0609070205080204" pitchFamily="49" charset="-128"/>
                <a:ea typeface="ＭＳ ゴシック" panose="020B0609070205080204" pitchFamily="49" charset="-128"/>
              </a:rPr>
              <a:t>BKOPS(</a:t>
            </a:r>
            <a:r>
              <a:rPr lang="ja-JP" altLang="en-US" sz="1400" dirty="0">
                <a:latin typeface="ＭＳ ゴシック" panose="020B0609070205080204" pitchFamily="49" charset="-128"/>
                <a:ea typeface="ＭＳ ゴシック" panose="020B0609070205080204" pitchFamily="49" charset="-128"/>
              </a:rPr>
              <a:t>バックグランドオペレーション</a:t>
            </a:r>
            <a:r>
              <a:rPr lang="en-US" altLang="ja-JP" sz="1400" dirty="0">
                <a:latin typeface="ＭＳ ゴシック" panose="020B0609070205080204" pitchFamily="49" charset="-128"/>
                <a:ea typeface="ＭＳ ゴシック" panose="020B0609070205080204" pitchFamily="49" charset="-128"/>
              </a:rPr>
              <a:t>)</a:t>
            </a:r>
            <a:r>
              <a:rPr lang="ja-JP" altLang="en-US" sz="1400" dirty="0">
                <a:latin typeface="ＭＳ ゴシック" panose="020B0609070205080204" pitchFamily="49" charset="-128"/>
                <a:ea typeface="ＭＳ ゴシック" panose="020B0609070205080204" pitchFamily="49" charset="-128"/>
              </a:rPr>
              <a:t>を実行する。実行されるのは、下記の処理。</a:t>
            </a:r>
            <a:endParaRPr lang="en-US" altLang="ja-JP" sz="1400" dirty="0"/>
          </a:p>
        </p:txBody>
      </p:sp>
      <p:sp>
        <p:nvSpPr>
          <p:cNvPr id="3" name="テキスト ボックス 2">
            <a:extLst>
              <a:ext uri="{FF2B5EF4-FFF2-40B4-BE49-F238E27FC236}">
                <a16:creationId xmlns:a16="http://schemas.microsoft.com/office/drawing/2014/main" id="{F0ECE6CE-77A5-461E-A201-55F03CEC31B6}"/>
              </a:ext>
            </a:extLst>
          </p:cNvPr>
          <p:cNvSpPr txBox="1"/>
          <p:nvPr/>
        </p:nvSpPr>
        <p:spPr>
          <a:xfrm>
            <a:off x="714473" y="1803678"/>
            <a:ext cx="7467501" cy="1756250"/>
          </a:xfrm>
          <a:prstGeom prst="rect">
            <a:avLst/>
          </a:prstGeom>
          <a:noFill/>
        </p:spPr>
        <p:txBody>
          <a:bodyPr wrap="square" rtlCol="0">
            <a:spAutoFit/>
          </a:bodyPr>
          <a:lstStyle/>
          <a:p>
            <a:pPr>
              <a:lnSpc>
                <a:spcPts val="2200"/>
              </a:lnSpc>
            </a:pPr>
            <a:r>
              <a:rPr kumimoji="1" lang="ja-JP" altLang="en-US" sz="1400" dirty="0"/>
              <a:t>① ガベージコレクション</a:t>
            </a:r>
            <a:endParaRPr kumimoji="1" lang="en-US" altLang="ja-JP" sz="1400" dirty="0"/>
          </a:p>
          <a:p>
            <a:pPr>
              <a:lnSpc>
                <a:spcPts val="2200"/>
              </a:lnSpc>
            </a:pPr>
            <a:r>
              <a:rPr kumimoji="1" lang="ja-JP" altLang="en-US" sz="1400" dirty="0"/>
              <a:t>② ウエアレベリング</a:t>
            </a:r>
            <a:endParaRPr kumimoji="1" lang="en-US" altLang="ja-JP" sz="1400" dirty="0"/>
          </a:p>
          <a:p>
            <a:pPr>
              <a:lnSpc>
                <a:spcPts val="2200"/>
              </a:lnSpc>
            </a:pPr>
            <a:r>
              <a:rPr kumimoji="1" lang="ja-JP" altLang="en-US" sz="1400" dirty="0"/>
              <a:t>       </a:t>
            </a:r>
            <a:r>
              <a:rPr kumimoji="1" lang="en-US" altLang="ja-JP" sz="1400" dirty="0"/>
              <a:t>P/E</a:t>
            </a:r>
            <a:r>
              <a:rPr kumimoji="1" lang="ja-JP" altLang="en-US" sz="1400" dirty="0"/>
              <a:t>回数制限があるので、ライトのブロックが偏らない様に均一になる様に処理する。</a:t>
            </a:r>
            <a:endParaRPr kumimoji="1" lang="en-US" altLang="ja-JP" sz="1400" dirty="0"/>
          </a:p>
          <a:p>
            <a:pPr>
              <a:lnSpc>
                <a:spcPts val="2200"/>
              </a:lnSpc>
            </a:pPr>
            <a:r>
              <a:rPr kumimoji="1" lang="ja-JP" altLang="en-US" sz="1400" dirty="0"/>
              <a:t>③バッドブロック管理</a:t>
            </a:r>
            <a:endParaRPr kumimoji="1" lang="en-US" altLang="ja-JP" sz="1400" dirty="0"/>
          </a:p>
          <a:p>
            <a:pPr>
              <a:lnSpc>
                <a:spcPts val="2200"/>
              </a:lnSpc>
            </a:pPr>
            <a:r>
              <a:rPr kumimoji="1" lang="ja-JP" altLang="en-US" sz="1400" dirty="0"/>
              <a:t>　   </a:t>
            </a:r>
            <a:r>
              <a:rPr kumimoji="1" lang="en-US" altLang="ja-JP" sz="1400" dirty="0"/>
              <a:t>P/E</a:t>
            </a:r>
            <a:r>
              <a:rPr kumimoji="1" lang="ja-JP" altLang="en-US" sz="1400" dirty="0"/>
              <a:t>回数の寿命に達したブロック、</a:t>
            </a:r>
            <a:r>
              <a:rPr kumimoji="1" lang="en-US" altLang="ja-JP" sz="1400" dirty="0"/>
              <a:t>ECC</a:t>
            </a:r>
            <a:r>
              <a:rPr kumimoji="1" lang="ja-JP" altLang="en-US" sz="1400" dirty="0"/>
              <a:t>の閾値を越えたブロックを使用しないように</a:t>
            </a:r>
            <a:endParaRPr kumimoji="1" lang="en-US" altLang="ja-JP" sz="1400" dirty="0"/>
          </a:p>
          <a:p>
            <a:pPr>
              <a:lnSpc>
                <a:spcPts val="2200"/>
              </a:lnSpc>
            </a:pPr>
            <a:r>
              <a:rPr kumimoji="1" lang="ja-JP" altLang="en-US" sz="1400" dirty="0"/>
              <a:t>　　管理する機能。</a:t>
            </a:r>
          </a:p>
        </p:txBody>
      </p:sp>
    </p:spTree>
    <p:extLst>
      <p:ext uri="{BB962C8B-B14F-4D97-AF65-F5344CB8AC3E}">
        <p14:creationId xmlns:p14="http://schemas.microsoft.com/office/powerpoint/2010/main" val="727112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B9F9B-7BE8-807E-8161-BB6655BC9BA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310BEF8-AA9B-6B0F-6EEC-F114F797B882}"/>
              </a:ext>
            </a:extLst>
          </p:cNvPr>
          <p:cNvSpPr>
            <a:spLocks noGrp="1"/>
          </p:cNvSpPr>
          <p:nvPr>
            <p:ph type="title"/>
          </p:nvPr>
        </p:nvSpPr>
        <p:spPr>
          <a:xfrm>
            <a:off x="400051" y="533400"/>
            <a:ext cx="5095874" cy="1066800"/>
          </a:xfrm>
        </p:spPr>
        <p:txBody>
          <a:bodyPr/>
          <a:lstStyle/>
          <a:p>
            <a:r>
              <a:rPr kumimoji="1" lang="ja-JP" altLang="en-US" dirty="0"/>
              <a:t>データキャッシュ</a:t>
            </a:r>
          </a:p>
        </p:txBody>
      </p:sp>
      <p:sp>
        <p:nvSpPr>
          <p:cNvPr id="8" name="Content Placeholder 3">
            <a:extLst>
              <a:ext uri="{FF2B5EF4-FFF2-40B4-BE49-F238E27FC236}">
                <a16:creationId xmlns:a16="http://schemas.microsoft.com/office/drawing/2014/main" id="{3F556C3A-FB3D-5711-CF91-1863682F083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4474" y="1125642"/>
            <a:ext cx="7629426" cy="1189291"/>
          </a:xfrm>
        </p:spPr>
        <p:txBody>
          <a:bodyPr>
            <a:normAutofit/>
          </a:bodyPr>
          <a:lstStyle/>
          <a:p>
            <a:pPr marL="0" lvl="1" indent="0">
              <a:buNone/>
            </a:pPr>
            <a:r>
              <a:rPr lang="ja-JP" altLang="en-US" sz="1400" dirty="0">
                <a:latin typeface="ＭＳ ゴシック" panose="020B0609070205080204" pitchFamily="49" charset="-128"/>
                <a:ea typeface="ＭＳ ゴシック" panose="020B0609070205080204" pitchFamily="49" charset="-128"/>
              </a:rPr>
              <a:t>キャッシュ機能とは、</a:t>
            </a:r>
            <a:r>
              <a:rPr lang="en-US" altLang="ja-JP" sz="1400" dirty="0">
                <a:latin typeface="ＭＳ ゴシック" panose="020B0609070205080204" pitchFamily="49" charset="-128"/>
                <a:ea typeface="ＭＳ ゴシック" panose="020B0609070205080204" pitchFamily="49" charset="-128"/>
              </a:rPr>
              <a:t>WRITE</a:t>
            </a:r>
            <a:r>
              <a:rPr lang="ja-JP" altLang="en-US" sz="1400" dirty="0">
                <a:latin typeface="ＭＳ ゴシック" panose="020B0609070205080204" pitchFamily="49" charset="-128"/>
                <a:ea typeface="ＭＳ ゴシック" panose="020B0609070205080204" pitchFamily="49" charset="-128"/>
              </a:rPr>
              <a:t>データを一旦キャッシュバッファに格納し、一定量が蓄積した後に</a:t>
            </a:r>
            <a:r>
              <a:rPr lang="en-US" altLang="ja-JP" sz="1400" dirty="0">
                <a:latin typeface="ＭＳ ゴシック" panose="020B0609070205080204" pitchFamily="49" charset="-128"/>
                <a:ea typeface="ＭＳ ゴシック" panose="020B0609070205080204" pitchFamily="49" charset="-128"/>
              </a:rPr>
              <a:t>NAND</a:t>
            </a:r>
            <a:r>
              <a:rPr lang="ja-JP" altLang="en-US" sz="1400" dirty="0">
                <a:latin typeface="ＭＳ ゴシック" panose="020B0609070205080204" pitchFamily="49" charset="-128"/>
                <a:ea typeface="ＭＳ ゴシック" panose="020B0609070205080204" pitchFamily="49" charset="-128"/>
              </a:rPr>
              <a:t>へ書き戻す機能である。</a:t>
            </a:r>
            <a:r>
              <a:rPr lang="en-US" altLang="ja-JP" sz="1400" dirty="0">
                <a:latin typeface="ＭＳ ゴシック" panose="020B0609070205080204" pitchFamily="49" charset="-128"/>
                <a:ea typeface="ＭＳ ゴシック" panose="020B0609070205080204" pitchFamily="49" charset="-128"/>
              </a:rPr>
              <a:t>UFS</a:t>
            </a:r>
            <a:r>
              <a:rPr lang="ja-JP" altLang="en-US" sz="1400" dirty="0">
                <a:latin typeface="ＭＳ ゴシック" panose="020B0609070205080204" pitchFamily="49" charset="-128"/>
                <a:ea typeface="ＭＳ ゴシック" panose="020B0609070205080204" pitchFamily="49" charset="-128"/>
              </a:rPr>
              <a:t>内部の</a:t>
            </a:r>
            <a:r>
              <a:rPr lang="en-US" altLang="ja-JP" sz="1400" dirty="0">
                <a:latin typeface="ＭＳ ゴシック" panose="020B0609070205080204" pitchFamily="49" charset="-128"/>
                <a:ea typeface="ＭＳ ゴシック" panose="020B0609070205080204" pitchFamily="49" charset="-128"/>
              </a:rPr>
              <a:t>SRAM</a:t>
            </a:r>
            <a:r>
              <a:rPr lang="ja-JP" altLang="en-US" sz="1400" dirty="0">
                <a:latin typeface="ＭＳ ゴシック" panose="020B0609070205080204" pitchFamily="49" charset="-128"/>
                <a:ea typeface="ＭＳ ゴシック" panose="020B0609070205080204" pitchFamily="49" charset="-128"/>
              </a:rPr>
              <a:t>領域に書き込むため、書き込みレイテンシが低減され、書き込み応答性が向上する。 </a:t>
            </a:r>
            <a:endParaRPr lang="en-US" altLang="ja-JP" sz="1400" dirty="0"/>
          </a:p>
        </p:txBody>
      </p:sp>
      <p:sp>
        <p:nvSpPr>
          <p:cNvPr id="4" name="タイトル 1">
            <a:extLst>
              <a:ext uri="{FF2B5EF4-FFF2-40B4-BE49-F238E27FC236}">
                <a16:creationId xmlns:a16="http://schemas.microsoft.com/office/drawing/2014/main" id="{F975B809-4337-0906-950F-97BC35429F96}"/>
              </a:ext>
            </a:extLst>
          </p:cNvPr>
          <p:cNvSpPr txBox="1">
            <a:spLocks/>
          </p:cNvSpPr>
          <p:nvPr/>
        </p:nvSpPr>
        <p:spPr>
          <a:xfrm>
            <a:off x="600076" y="3664886"/>
            <a:ext cx="5095874" cy="1066800"/>
          </a:xfrm>
          <a:prstGeom prst="rect">
            <a:avLst/>
          </a:prstGeom>
        </p:spPr>
        <p:txBody>
          <a:bodyPr vert="horz" lIns="91440" tIns="45720" rIns="91440" bIns="45720" rtlCol="0" anchor="t">
            <a:normAutofit/>
          </a:bodyPr>
          <a:lstStyle>
            <a:lvl1pPr algn="l" defTabSz="685800" rtl="0" eaLnBrk="1" latinLnBrk="0" hangingPunct="1">
              <a:lnSpc>
                <a:spcPct val="80000"/>
              </a:lnSpc>
              <a:spcBef>
                <a:spcPct val="0"/>
              </a:spcBef>
              <a:buNone/>
              <a:defRPr sz="2100" b="0" kern="1200" spc="0" baseline="0">
                <a:solidFill>
                  <a:schemeClr val="tx1"/>
                </a:solidFill>
                <a:latin typeface="Meiryo UI" panose="020B0604030504040204" pitchFamily="34" charset="-128"/>
                <a:ea typeface="Meiryo UI" panose="020B0604030504040204" pitchFamily="34" charset="-128"/>
                <a:cs typeface="+mj-cs"/>
              </a:defRPr>
            </a:lvl1pPr>
          </a:lstStyle>
          <a:p>
            <a:r>
              <a:rPr kumimoji="1" lang="en-US" altLang="ja-JP" dirty="0"/>
              <a:t>Write</a:t>
            </a:r>
            <a:r>
              <a:rPr kumimoji="1" lang="ja-JP" altLang="en-US" dirty="0"/>
              <a:t> </a:t>
            </a:r>
            <a:r>
              <a:rPr kumimoji="1" lang="en-US" altLang="ja-JP" dirty="0"/>
              <a:t>Booster</a:t>
            </a:r>
            <a:endParaRPr kumimoji="1" lang="ja-JP" altLang="en-US" dirty="0"/>
          </a:p>
        </p:txBody>
      </p:sp>
      <p:pic>
        <p:nvPicPr>
          <p:cNvPr id="7" name="図 6">
            <a:extLst>
              <a:ext uri="{FF2B5EF4-FFF2-40B4-BE49-F238E27FC236}">
                <a16:creationId xmlns:a16="http://schemas.microsoft.com/office/drawing/2014/main" id="{EBC926FD-85F6-2A49-521B-7AF7BF558560}"/>
              </a:ext>
            </a:extLst>
          </p:cNvPr>
          <p:cNvPicPr>
            <a:picLocks noChangeAspect="1"/>
          </p:cNvPicPr>
          <p:nvPr/>
        </p:nvPicPr>
        <p:blipFill>
          <a:blip r:embed="rId3"/>
          <a:stretch>
            <a:fillRect/>
          </a:stretch>
        </p:blipFill>
        <p:spPr>
          <a:xfrm>
            <a:off x="1614130" y="4971861"/>
            <a:ext cx="5830114" cy="1352739"/>
          </a:xfrm>
          <a:prstGeom prst="rect">
            <a:avLst/>
          </a:prstGeom>
        </p:spPr>
      </p:pic>
      <p:grpSp>
        <p:nvGrpSpPr>
          <p:cNvPr id="11" name="グループ化 10">
            <a:extLst>
              <a:ext uri="{FF2B5EF4-FFF2-40B4-BE49-F238E27FC236}">
                <a16:creationId xmlns:a16="http://schemas.microsoft.com/office/drawing/2014/main" id="{F82314E2-40B8-82BB-8C60-1A7BDE877A95}"/>
              </a:ext>
            </a:extLst>
          </p:cNvPr>
          <p:cNvGrpSpPr/>
          <p:nvPr/>
        </p:nvGrpSpPr>
        <p:grpSpPr>
          <a:xfrm>
            <a:off x="1514068" y="2076261"/>
            <a:ext cx="5830114" cy="1352739"/>
            <a:chOff x="1437868" y="1609083"/>
            <a:chExt cx="5830114" cy="1352739"/>
          </a:xfrm>
        </p:grpSpPr>
        <p:pic>
          <p:nvPicPr>
            <p:cNvPr id="9" name="図 8">
              <a:extLst>
                <a:ext uri="{FF2B5EF4-FFF2-40B4-BE49-F238E27FC236}">
                  <a16:creationId xmlns:a16="http://schemas.microsoft.com/office/drawing/2014/main" id="{BBD242D7-993E-677E-F09A-91ACC2CD1DBA}"/>
                </a:ext>
              </a:extLst>
            </p:cNvPr>
            <p:cNvPicPr>
              <a:picLocks noChangeAspect="1"/>
            </p:cNvPicPr>
            <p:nvPr/>
          </p:nvPicPr>
          <p:blipFill>
            <a:blip r:embed="rId3"/>
            <a:stretch>
              <a:fillRect/>
            </a:stretch>
          </p:blipFill>
          <p:spPr>
            <a:xfrm>
              <a:off x="1437868" y="1609083"/>
              <a:ext cx="5830114" cy="1352739"/>
            </a:xfrm>
            <a:prstGeom prst="rect">
              <a:avLst/>
            </a:prstGeom>
          </p:spPr>
        </p:pic>
        <p:sp>
          <p:nvSpPr>
            <p:cNvPr id="10" name="テキスト ボックス 9">
              <a:extLst>
                <a:ext uri="{FF2B5EF4-FFF2-40B4-BE49-F238E27FC236}">
                  <a16:creationId xmlns:a16="http://schemas.microsoft.com/office/drawing/2014/main" id="{F71A8768-4E28-82E1-618E-532B4A0375C0}"/>
                </a:ext>
              </a:extLst>
            </p:cNvPr>
            <p:cNvSpPr txBox="1"/>
            <p:nvPr/>
          </p:nvSpPr>
          <p:spPr>
            <a:xfrm>
              <a:off x="3709987" y="2201655"/>
              <a:ext cx="1228725" cy="430887"/>
            </a:xfrm>
            <a:prstGeom prst="rect">
              <a:avLst/>
            </a:prstGeom>
            <a:solidFill>
              <a:schemeClr val="accent4">
                <a:lumMod val="40000"/>
                <a:lumOff val="60000"/>
              </a:schemeClr>
            </a:solidFill>
          </p:spPr>
          <p:txBody>
            <a:bodyPr wrap="square" rtlCol="0">
              <a:spAutoFit/>
            </a:bodyPr>
            <a:lstStyle/>
            <a:p>
              <a:r>
                <a:rPr kumimoji="1" lang="en-US" altLang="ja-JP" sz="1100" dirty="0"/>
                <a:t>Cache</a:t>
              </a:r>
              <a:r>
                <a:rPr kumimoji="1" lang="ja-JP" altLang="en-US" sz="1100" dirty="0"/>
                <a:t> </a:t>
              </a:r>
              <a:r>
                <a:rPr kumimoji="1" lang="en-US" altLang="ja-JP" sz="1100" dirty="0"/>
                <a:t>memory</a:t>
              </a:r>
              <a:br>
                <a:rPr kumimoji="1" lang="en-US" altLang="ja-JP" sz="1100" dirty="0"/>
              </a:br>
              <a:r>
                <a:rPr kumimoji="1" lang="ja-JP" altLang="en-US" sz="1100" dirty="0"/>
                <a:t>（</a:t>
              </a:r>
              <a:r>
                <a:rPr kumimoji="1" lang="en-US" altLang="ja-JP" sz="1100" dirty="0"/>
                <a:t>SRAM)</a:t>
              </a:r>
              <a:endParaRPr kumimoji="1" lang="ja-JP" altLang="en-US" sz="1100" dirty="0"/>
            </a:p>
          </p:txBody>
        </p:sp>
      </p:grpSp>
      <p:sp>
        <p:nvSpPr>
          <p:cNvPr id="12" name="Content Placeholder 3">
            <a:extLst>
              <a:ext uri="{FF2B5EF4-FFF2-40B4-BE49-F238E27FC236}">
                <a16:creationId xmlns:a16="http://schemas.microsoft.com/office/drawing/2014/main" id="{5D8275D3-DA42-3021-EC1A-D83FD3DEB327}"/>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66873" y="4047935"/>
            <a:ext cx="7629426" cy="1189291"/>
          </a:xfrm>
          <a:prstGeom prst="rect">
            <a:avLst/>
          </a:prstGeom>
        </p:spPr>
        <p:txBody>
          <a:bodyPr vert="horz" lIns="91440" tIns="45720" rIns="91440" bIns="45720" rtlCol="0">
            <a:normAutofit/>
          </a:bodyPr>
          <a:lstStyle>
            <a:lvl1pPr marL="171450" indent="-171450" algn="l" defTabSz="685800" rtl="0" eaLnBrk="1" latinLnBrk="0" hangingPunct="1">
              <a:lnSpc>
                <a:spcPct val="120000"/>
              </a:lnSpc>
              <a:spcBef>
                <a:spcPts val="750"/>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1pPr>
            <a:lvl2pPr marL="3429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2pPr>
            <a:lvl3pPr marL="5143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3pPr>
            <a:lvl4pPr marL="6858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4pPr>
            <a:lvl5pPr marL="8572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1" indent="0">
              <a:buFont typeface="Arial" panose="020B0604020202020204" pitchFamily="34" charset="0"/>
              <a:buNone/>
            </a:pPr>
            <a:r>
              <a:rPr lang="en-US" altLang="ja-JP" sz="1400" dirty="0">
                <a:latin typeface="ＭＳ ゴシック" panose="020B0609070205080204" pitchFamily="49" charset="-128"/>
                <a:ea typeface="ＭＳ ゴシック" panose="020B0609070205080204" pitchFamily="49" charset="-128"/>
              </a:rPr>
              <a:t>Cach</a:t>
            </a:r>
            <a:r>
              <a:rPr lang="ja-JP" altLang="en-US" sz="1400" dirty="0">
                <a:latin typeface="ＭＳ ゴシック" panose="020B0609070205080204" pitchFamily="49" charset="-128"/>
                <a:ea typeface="ＭＳ ゴシック" panose="020B0609070205080204" pitchFamily="49" charset="-128"/>
              </a:rPr>
              <a:t>メモリよりも大容量のキャッシュ動作を実現する。</a:t>
            </a:r>
            <a:r>
              <a:rPr lang="ja-JP" altLang="en-US" sz="1400" dirty="0">
                <a:solidFill>
                  <a:srgbClr val="FF0000"/>
                </a:solidFill>
                <a:latin typeface="ＭＳ ゴシック" panose="020B0609070205080204" pitchFamily="49" charset="-128"/>
                <a:ea typeface="ＭＳ ゴシック" panose="020B0609070205080204" pitchFamily="49" charset="-128"/>
              </a:rPr>
              <a:t>昨今のスマホの動画、アプリ等の大容量データのダウンロードに使用できる。</a:t>
            </a:r>
            <a:endParaRPr lang="en-US" altLang="ja-JP" sz="1400" dirty="0">
              <a:solidFill>
                <a:srgbClr val="FF0000"/>
              </a:solidFill>
            </a:endParaRPr>
          </a:p>
        </p:txBody>
      </p:sp>
    </p:spTree>
    <p:extLst>
      <p:ext uri="{BB962C8B-B14F-4D97-AF65-F5344CB8AC3E}">
        <p14:creationId xmlns:p14="http://schemas.microsoft.com/office/powerpoint/2010/main" val="496147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iterate>
                                    <p:tmPct val="10000"/>
                                  </p:iterate>
                                  <p:childTnLst>
                                    <p:set>
                                      <p:cBhvr>
                                        <p:cTn id="11" dur="1" fill="hold">
                                          <p:stCondLst>
                                            <p:cond delay="0"/>
                                          </p:stCondLst>
                                        </p:cTn>
                                        <p:tgtEl>
                                          <p:spTgt spid="12"/>
                                        </p:tgtEl>
                                        <p:attrNameLst>
                                          <p:attrName>style.visibility</p:attrName>
                                        </p:attrNameLst>
                                      </p:cBhvr>
                                      <p:to>
                                        <p:strVal val="visible"/>
                                      </p:to>
                                    </p:set>
                                    <p:animEffect transition="in" filter="fade">
                                      <p:cBhvr>
                                        <p:cTn id="12" dur="250"/>
                                        <p:tgtEl>
                                          <p:spTgt spid="12"/>
                                        </p:tgtEl>
                                      </p:cBhvr>
                                    </p:animEffect>
                                    <p:anim calcmode="lin" valueType="num">
                                      <p:cBhvr>
                                        <p:cTn id="13" dur="250" fill="hold"/>
                                        <p:tgtEl>
                                          <p:spTgt spid="12"/>
                                        </p:tgtEl>
                                        <p:attrNameLst>
                                          <p:attrName>ppt_x</p:attrName>
                                        </p:attrNameLst>
                                      </p:cBhvr>
                                      <p:tavLst>
                                        <p:tav tm="0">
                                          <p:val>
                                            <p:strVal val="#ppt_x"/>
                                          </p:val>
                                        </p:tav>
                                        <p:tav tm="100000">
                                          <p:val>
                                            <p:strVal val="#ppt_x"/>
                                          </p:val>
                                        </p:tav>
                                      </p:tavLst>
                                    </p:anim>
                                    <p:anim calcmode="lin" valueType="num">
                                      <p:cBhvr>
                                        <p:cTn id="14" dur="25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DB86F-82B8-561E-7AFF-378C9C304BA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4721462-99F4-0805-5360-2B14D723FC99}"/>
              </a:ext>
            </a:extLst>
          </p:cNvPr>
          <p:cNvSpPr>
            <a:spLocks noGrp="1"/>
          </p:cNvSpPr>
          <p:nvPr>
            <p:ph type="title"/>
          </p:nvPr>
        </p:nvSpPr>
        <p:spPr>
          <a:xfrm>
            <a:off x="581026" y="2486025"/>
            <a:ext cx="5095874" cy="1066800"/>
          </a:xfrm>
        </p:spPr>
        <p:txBody>
          <a:bodyPr/>
          <a:lstStyle/>
          <a:p>
            <a:r>
              <a:rPr kumimoji="1" lang="en-US" altLang="ja-JP" dirty="0"/>
              <a:t>PON</a:t>
            </a:r>
            <a:r>
              <a:rPr kumimoji="1" lang="ja-JP" altLang="en-US" dirty="0"/>
              <a:t>（</a:t>
            </a:r>
            <a:r>
              <a:rPr kumimoji="1" lang="en-US" altLang="ja-JP" dirty="0"/>
              <a:t>Power</a:t>
            </a:r>
            <a:r>
              <a:rPr kumimoji="1" lang="ja-JP" altLang="en-US" dirty="0"/>
              <a:t> </a:t>
            </a:r>
            <a:r>
              <a:rPr kumimoji="1" lang="en-US" altLang="ja-JP" dirty="0"/>
              <a:t>Off</a:t>
            </a:r>
            <a:r>
              <a:rPr kumimoji="1" lang="ja-JP" altLang="en-US" dirty="0"/>
              <a:t> </a:t>
            </a:r>
            <a:r>
              <a:rPr kumimoji="1" lang="en-US" altLang="ja-JP" dirty="0"/>
              <a:t>Notification</a:t>
            </a:r>
            <a:r>
              <a:rPr kumimoji="1" lang="ja-JP" altLang="en-US" dirty="0"/>
              <a:t>）</a:t>
            </a:r>
          </a:p>
        </p:txBody>
      </p:sp>
      <p:sp>
        <p:nvSpPr>
          <p:cNvPr id="8" name="Content Placeholder 3">
            <a:extLst>
              <a:ext uri="{FF2B5EF4-FFF2-40B4-BE49-F238E27FC236}">
                <a16:creationId xmlns:a16="http://schemas.microsoft.com/office/drawing/2014/main" id="{16729D46-65DE-A734-9806-0413A04FA04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95449" y="3078267"/>
            <a:ext cx="7629426" cy="1189291"/>
          </a:xfrm>
        </p:spPr>
        <p:txBody>
          <a:bodyPr>
            <a:normAutofit/>
          </a:bodyPr>
          <a:lstStyle/>
          <a:p>
            <a:pPr marL="0" lvl="1" indent="0">
              <a:buNone/>
            </a:pPr>
            <a:r>
              <a:rPr lang="ja-JP" altLang="en-US" sz="1400" dirty="0">
                <a:latin typeface="ＭＳ ゴシック" panose="020B0609070205080204" pitchFamily="49" charset="-128"/>
                <a:ea typeface="ＭＳ ゴシック" panose="020B0609070205080204" pitchFamily="49" charset="-128"/>
              </a:rPr>
              <a:t>電源オフを、事前にデバイスに通知し、シャットダウン処理を実施させる。それにより、電源</a:t>
            </a:r>
            <a:r>
              <a:rPr lang="en-US" altLang="ja-JP" sz="1400" dirty="0">
                <a:latin typeface="ＭＳ ゴシック" panose="020B0609070205080204" pitchFamily="49" charset="-128"/>
                <a:ea typeface="ＭＳ ゴシック" panose="020B0609070205080204" pitchFamily="49" charset="-128"/>
              </a:rPr>
              <a:t>ON</a:t>
            </a:r>
            <a:r>
              <a:rPr lang="ja-JP" altLang="en-US" sz="1400" dirty="0">
                <a:latin typeface="ＭＳ ゴシック" panose="020B0609070205080204" pitchFamily="49" charset="-128"/>
                <a:ea typeface="ＭＳ ゴシック" panose="020B0609070205080204" pitchFamily="49" charset="-128"/>
              </a:rPr>
              <a:t>の起動時間を短縮する機能。</a:t>
            </a:r>
            <a:endParaRPr lang="en-US" altLang="ja-JP" sz="1400" dirty="0"/>
          </a:p>
        </p:txBody>
      </p:sp>
      <p:sp>
        <p:nvSpPr>
          <p:cNvPr id="3" name="タイトル 1">
            <a:extLst>
              <a:ext uri="{FF2B5EF4-FFF2-40B4-BE49-F238E27FC236}">
                <a16:creationId xmlns:a16="http://schemas.microsoft.com/office/drawing/2014/main" id="{6FB4B138-EE5A-7528-632C-89CAC8963288}"/>
              </a:ext>
            </a:extLst>
          </p:cNvPr>
          <p:cNvSpPr txBox="1">
            <a:spLocks/>
          </p:cNvSpPr>
          <p:nvPr/>
        </p:nvSpPr>
        <p:spPr>
          <a:xfrm>
            <a:off x="657226" y="4552950"/>
            <a:ext cx="5095874" cy="1066800"/>
          </a:xfrm>
          <a:prstGeom prst="rect">
            <a:avLst/>
          </a:prstGeom>
        </p:spPr>
        <p:txBody>
          <a:bodyPr vert="horz" lIns="91440" tIns="45720" rIns="91440" bIns="45720" rtlCol="0" anchor="t">
            <a:normAutofit/>
          </a:bodyPr>
          <a:lstStyle>
            <a:lvl1pPr algn="l" defTabSz="685800" rtl="0" eaLnBrk="1" latinLnBrk="0" hangingPunct="1">
              <a:lnSpc>
                <a:spcPct val="80000"/>
              </a:lnSpc>
              <a:spcBef>
                <a:spcPct val="0"/>
              </a:spcBef>
              <a:buNone/>
              <a:defRPr sz="2100" b="0" kern="1200" spc="0" baseline="0">
                <a:solidFill>
                  <a:schemeClr val="tx1"/>
                </a:solidFill>
                <a:latin typeface="Meiryo UI" panose="020B0604030504040204" pitchFamily="34" charset="-128"/>
                <a:ea typeface="Meiryo UI" panose="020B0604030504040204" pitchFamily="34" charset="-128"/>
                <a:cs typeface="+mj-cs"/>
              </a:defRPr>
            </a:lvl1pPr>
          </a:lstStyle>
          <a:p>
            <a:r>
              <a:rPr kumimoji="1" lang="en-US" altLang="ja-JP" dirty="0"/>
              <a:t>PSA</a:t>
            </a:r>
            <a:endParaRPr kumimoji="1" lang="ja-JP" altLang="en-US" dirty="0"/>
          </a:p>
        </p:txBody>
      </p:sp>
      <p:sp>
        <p:nvSpPr>
          <p:cNvPr id="4" name="Content Placeholder 3">
            <a:extLst>
              <a:ext uri="{FF2B5EF4-FFF2-40B4-BE49-F238E27FC236}">
                <a16:creationId xmlns:a16="http://schemas.microsoft.com/office/drawing/2014/main" id="{8F39CBA8-CDE9-F844-3003-932A8E0751CB}"/>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938262" y="5086350"/>
            <a:ext cx="7629426" cy="1189291"/>
          </a:xfrm>
          <a:prstGeom prst="rect">
            <a:avLst/>
          </a:prstGeom>
        </p:spPr>
        <p:txBody>
          <a:bodyPr vert="horz" lIns="91440" tIns="45720" rIns="91440" bIns="45720" rtlCol="0">
            <a:normAutofit/>
          </a:bodyPr>
          <a:lstStyle>
            <a:lvl1pPr marL="171450" indent="-171450" algn="l" defTabSz="685800" rtl="0" eaLnBrk="1" latinLnBrk="0" hangingPunct="1">
              <a:lnSpc>
                <a:spcPct val="120000"/>
              </a:lnSpc>
              <a:spcBef>
                <a:spcPts val="750"/>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1pPr>
            <a:lvl2pPr marL="3429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2pPr>
            <a:lvl3pPr marL="5143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3pPr>
            <a:lvl4pPr marL="6858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4pPr>
            <a:lvl5pPr marL="8572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1" indent="0">
              <a:buFont typeface="Arial" panose="020B0604020202020204" pitchFamily="34" charset="0"/>
              <a:buNone/>
            </a:pPr>
            <a:r>
              <a:rPr lang="en-US" altLang="ja-JP" sz="1400" dirty="0">
                <a:latin typeface="ＭＳ ゴシック" panose="020B0609070205080204" pitchFamily="49" charset="-128"/>
                <a:ea typeface="ＭＳ ゴシック" panose="020B0609070205080204" pitchFamily="49" charset="-128"/>
              </a:rPr>
              <a:t>UFS</a:t>
            </a:r>
            <a:r>
              <a:rPr lang="ja-JP" altLang="en-US" sz="1400" dirty="0">
                <a:latin typeface="ＭＳ ゴシック" panose="020B0609070205080204" pitchFamily="49" charset="-128"/>
                <a:ea typeface="ＭＳ ゴシック" panose="020B0609070205080204" pitchFamily="49" charset="-128"/>
              </a:rPr>
              <a:t>デバイスを基板実装する場合、データを書き込み済の状態で、半田リフローを担保する技術。製造費を抑える事に貢献できる機能。</a:t>
            </a:r>
            <a:endParaRPr lang="en-US" altLang="ja-JP" sz="1400" dirty="0"/>
          </a:p>
        </p:txBody>
      </p:sp>
      <p:sp>
        <p:nvSpPr>
          <p:cNvPr id="5" name="タイトル 1">
            <a:extLst>
              <a:ext uri="{FF2B5EF4-FFF2-40B4-BE49-F238E27FC236}">
                <a16:creationId xmlns:a16="http://schemas.microsoft.com/office/drawing/2014/main" id="{7FC7556F-DA46-D1D7-5D18-E1A6269C1009}"/>
              </a:ext>
            </a:extLst>
          </p:cNvPr>
          <p:cNvSpPr txBox="1">
            <a:spLocks/>
          </p:cNvSpPr>
          <p:nvPr/>
        </p:nvSpPr>
        <p:spPr>
          <a:xfrm>
            <a:off x="514351" y="582359"/>
            <a:ext cx="5095874" cy="1066800"/>
          </a:xfrm>
          <a:prstGeom prst="rect">
            <a:avLst/>
          </a:prstGeom>
        </p:spPr>
        <p:txBody>
          <a:bodyPr vert="horz" lIns="91440" tIns="45720" rIns="91440" bIns="45720" rtlCol="0" anchor="t">
            <a:normAutofit/>
          </a:bodyPr>
          <a:lstStyle>
            <a:lvl1pPr algn="l" defTabSz="685800" rtl="0" eaLnBrk="1" latinLnBrk="0" hangingPunct="1">
              <a:lnSpc>
                <a:spcPct val="80000"/>
              </a:lnSpc>
              <a:spcBef>
                <a:spcPct val="0"/>
              </a:spcBef>
              <a:buNone/>
              <a:defRPr sz="2100" b="0" kern="1200" spc="0" baseline="0">
                <a:solidFill>
                  <a:schemeClr val="tx1"/>
                </a:solidFill>
                <a:latin typeface="Meiryo UI" panose="020B0604030504040204" pitchFamily="34" charset="-128"/>
                <a:ea typeface="Meiryo UI" panose="020B0604030504040204" pitchFamily="34" charset="-128"/>
                <a:cs typeface="+mj-cs"/>
              </a:defRPr>
            </a:lvl1pPr>
          </a:lstStyle>
          <a:p>
            <a:r>
              <a:rPr kumimoji="1" lang="en-US" altLang="ja-JP" dirty="0"/>
              <a:t>CMD</a:t>
            </a:r>
            <a:r>
              <a:rPr kumimoji="1" lang="ja-JP" altLang="en-US" dirty="0"/>
              <a:t>キューイング</a:t>
            </a:r>
          </a:p>
        </p:txBody>
      </p:sp>
      <p:sp>
        <p:nvSpPr>
          <p:cNvPr id="6" name="Content Placeholder 3">
            <a:extLst>
              <a:ext uri="{FF2B5EF4-FFF2-40B4-BE49-F238E27FC236}">
                <a16:creationId xmlns:a16="http://schemas.microsoft.com/office/drawing/2014/main" id="{6309FA05-BE6C-78E2-7322-F91B4ED7FE9E}"/>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57287" y="1072587"/>
            <a:ext cx="7629426" cy="1189291"/>
          </a:xfrm>
          <a:prstGeom prst="rect">
            <a:avLst/>
          </a:prstGeom>
        </p:spPr>
        <p:txBody>
          <a:bodyPr vert="horz" lIns="91440" tIns="45720" rIns="91440" bIns="45720" rtlCol="0">
            <a:normAutofit/>
          </a:bodyPr>
          <a:lstStyle>
            <a:lvl1pPr marL="171450" indent="-171450" algn="l" defTabSz="685800" rtl="0" eaLnBrk="1" latinLnBrk="0" hangingPunct="1">
              <a:lnSpc>
                <a:spcPct val="120000"/>
              </a:lnSpc>
              <a:spcBef>
                <a:spcPts val="750"/>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1pPr>
            <a:lvl2pPr marL="3429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2pPr>
            <a:lvl3pPr marL="5143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3pPr>
            <a:lvl4pPr marL="68580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4pPr>
            <a:lvl5pPr marL="857250" indent="-171450" algn="l" defTabSz="685800" rtl="0" eaLnBrk="1" latinLnBrk="0" hangingPunct="1">
              <a:lnSpc>
                <a:spcPct val="120000"/>
              </a:lnSpc>
              <a:spcBef>
                <a:spcPts val="375"/>
              </a:spcBef>
              <a:buFont typeface="Arial" panose="020B0604020202020204" pitchFamily="34" charset="0"/>
              <a:buChar char="•"/>
              <a:defRPr sz="1050" b="0" i="0" kern="1200">
                <a:solidFill>
                  <a:schemeClr val="tx1"/>
                </a:solidFill>
                <a:latin typeface="Meiryo UI" panose="020B0604030504040204" pitchFamily="34" charset="-128"/>
                <a:ea typeface="Meiryo UI" panose="020B0604030504040204" pitchFamily="34"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1" indent="0">
              <a:buNone/>
            </a:pPr>
            <a:r>
              <a:rPr lang="en-US" altLang="ja-JP" sz="1400" dirty="0">
                <a:latin typeface="ＭＳ ゴシック" panose="020B0609070205080204" pitchFamily="49" charset="-128"/>
                <a:ea typeface="ＭＳ ゴシック" panose="020B0609070205080204" pitchFamily="49" charset="-128"/>
              </a:rPr>
              <a:t>CMD </a:t>
            </a:r>
            <a:r>
              <a:rPr lang="ja-JP" altLang="en-US" sz="1400" dirty="0">
                <a:latin typeface="ＭＳ ゴシック" panose="020B0609070205080204" pitchFamily="49" charset="-128"/>
                <a:ea typeface="ＭＳ ゴシック" panose="020B0609070205080204" pitchFamily="49" charset="-128"/>
              </a:rPr>
              <a:t>キューイングとは、ホストが </a:t>
            </a:r>
            <a:r>
              <a:rPr lang="en-US" altLang="ja-JP" sz="1400" dirty="0">
                <a:latin typeface="ＭＳ ゴシック" panose="020B0609070205080204" pitchFamily="49" charset="-128"/>
                <a:ea typeface="ＭＳ ゴシック" panose="020B0609070205080204" pitchFamily="49" charset="-128"/>
              </a:rPr>
              <a:t>UFS </a:t>
            </a:r>
            <a:r>
              <a:rPr lang="ja-JP" altLang="en-US" sz="1400" dirty="0">
                <a:latin typeface="ＭＳ ゴシック" panose="020B0609070205080204" pitchFamily="49" charset="-128"/>
                <a:ea typeface="ＭＳ ゴシック" panose="020B0609070205080204" pitchFamily="49" charset="-128"/>
              </a:rPr>
              <a:t>デバイスに対して、前に送信したコマンドのレスポンス（完了通知）を待たずに、複数のコマンドを連続して送信できる機能である。ホストはデバイスの応答待ち時間を減らすことができ、全体として処理効率が向上する。</a:t>
            </a:r>
            <a:endParaRPr lang="en-US" altLang="ja-JP" sz="1400" dirty="0"/>
          </a:p>
        </p:txBody>
      </p:sp>
    </p:spTree>
    <p:extLst>
      <p:ext uri="{BB962C8B-B14F-4D97-AF65-F5344CB8AC3E}">
        <p14:creationId xmlns:p14="http://schemas.microsoft.com/office/powerpoint/2010/main" val="2221893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iterate>
                                    <p:tmPct val="10000"/>
                                  </p:iterate>
                                  <p:childTnLst>
                                    <p:set>
                                      <p:cBhvr>
                                        <p:cTn id="11" dur="1" fill="hold">
                                          <p:stCondLst>
                                            <p:cond delay="0"/>
                                          </p:stCondLst>
                                        </p:cTn>
                                        <p:tgtEl>
                                          <p:spTgt spid="4"/>
                                        </p:tgtEl>
                                        <p:attrNameLst>
                                          <p:attrName>style.visibility</p:attrName>
                                        </p:attrNameLst>
                                      </p:cBhvr>
                                      <p:to>
                                        <p:strVal val="visible"/>
                                      </p:to>
                                    </p:set>
                                    <p:animEffect transition="in" filter="fade">
                                      <p:cBhvr>
                                        <p:cTn id="12" dur="250"/>
                                        <p:tgtEl>
                                          <p:spTgt spid="4"/>
                                        </p:tgtEl>
                                      </p:cBhvr>
                                    </p:animEffect>
                                    <p:anim calcmode="lin" valueType="num">
                                      <p:cBhvr>
                                        <p:cTn id="13" dur="250" fill="hold"/>
                                        <p:tgtEl>
                                          <p:spTgt spid="4"/>
                                        </p:tgtEl>
                                        <p:attrNameLst>
                                          <p:attrName>ppt_x</p:attrName>
                                        </p:attrNameLst>
                                      </p:cBhvr>
                                      <p:tavLst>
                                        <p:tav tm="0">
                                          <p:val>
                                            <p:strVal val="#ppt_x"/>
                                          </p:val>
                                        </p:tav>
                                        <p:tav tm="100000">
                                          <p:val>
                                            <p:strVal val="#ppt_x"/>
                                          </p:val>
                                        </p:tav>
                                      </p:tavLst>
                                    </p:anim>
                                    <p:anim calcmode="lin" valueType="num">
                                      <p:cBhvr>
                                        <p:cTn id="14" dur="25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250"/>
                                  </p:stCondLst>
                                  <p:iterate>
                                    <p:tmPct val="10000"/>
                                  </p:iterate>
                                  <p:childTnLst>
                                    <p:set>
                                      <p:cBhvr>
                                        <p:cTn id="16" dur="1" fill="hold">
                                          <p:stCondLst>
                                            <p:cond delay="0"/>
                                          </p:stCondLst>
                                        </p:cTn>
                                        <p:tgtEl>
                                          <p:spTgt spid="6"/>
                                        </p:tgtEl>
                                        <p:attrNameLst>
                                          <p:attrName>style.visibility</p:attrName>
                                        </p:attrNameLst>
                                      </p:cBhvr>
                                      <p:to>
                                        <p:strVal val="visible"/>
                                      </p:to>
                                    </p:set>
                                    <p:animEffect transition="in" filter="fade">
                                      <p:cBhvr>
                                        <p:cTn id="17" dur="250"/>
                                        <p:tgtEl>
                                          <p:spTgt spid="6"/>
                                        </p:tgtEl>
                                      </p:cBhvr>
                                    </p:animEffect>
                                    <p:anim calcmode="lin" valueType="num">
                                      <p:cBhvr>
                                        <p:cTn id="18" dur="250" fill="hold"/>
                                        <p:tgtEl>
                                          <p:spTgt spid="6"/>
                                        </p:tgtEl>
                                        <p:attrNameLst>
                                          <p:attrName>ppt_x</p:attrName>
                                        </p:attrNameLst>
                                      </p:cBhvr>
                                      <p:tavLst>
                                        <p:tav tm="0">
                                          <p:val>
                                            <p:strVal val="#ppt_x"/>
                                          </p:val>
                                        </p:tav>
                                        <p:tav tm="100000">
                                          <p:val>
                                            <p:strVal val="#ppt_x"/>
                                          </p:val>
                                        </p:tav>
                                      </p:tavLst>
                                    </p:anim>
                                    <p:anim calcmode="lin" valueType="num">
                                      <p:cBhvr>
                                        <p:cTn id="19" dur="25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p:bldP spid="6" grpId="0"/>
    </p:bldLst>
  </p:timing>
</p:sld>
</file>

<file path=ppt/theme/theme1.xml><?xml version="1.0" encoding="utf-8"?>
<a:theme xmlns:a="http://schemas.openxmlformats.org/drawingml/2006/main" name="キックオフ">
  <a:themeElements>
    <a:clrScheme name="Youth Brand 01">
      <a:dk1>
        <a:srgbClr val="000000"/>
      </a:dk1>
      <a:lt1>
        <a:srgbClr val="FFFFFF"/>
      </a:lt1>
      <a:dk2>
        <a:srgbClr val="0E2841"/>
      </a:dk2>
      <a:lt2>
        <a:srgbClr val="E8E8E8"/>
      </a:lt2>
      <a:accent1>
        <a:srgbClr val="FA9569"/>
      </a:accent1>
      <a:accent2>
        <a:srgbClr val="D3F579"/>
      </a:accent2>
      <a:accent3>
        <a:srgbClr val="86E0CE"/>
      </a:accent3>
      <a:accent4>
        <a:srgbClr val="97D8EE"/>
      </a:accent4>
      <a:accent5>
        <a:srgbClr val="8A78E3"/>
      </a:accent5>
      <a:accent6>
        <a:srgbClr val="BB93D6"/>
      </a:accent6>
      <a:hlink>
        <a:srgbClr val="467886"/>
      </a:hlink>
      <a:folHlink>
        <a:srgbClr val="96607D"/>
      </a:folHlink>
    </a:clrScheme>
    <a:fontScheme name="Custom 79">
      <a:majorFont>
        <a:latin typeface="Congenial"/>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p Rally_win32_Sher_V8" id="{DBFC7A91-5024-4F8E-B6A6-A3076AFB953E}" vid="{9D7D9582-BF10-4D2D-B8EB-51F0CC03DB0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461</TotalTime>
  <Words>1284</Words>
  <Application>Microsoft Office PowerPoint</Application>
  <PresentationFormat>画面に合わせる (4:3)</PresentationFormat>
  <Paragraphs>94</Paragraphs>
  <Slides>11</Slides>
  <Notes>5</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11</vt:i4>
      </vt:variant>
    </vt:vector>
  </HeadingPairs>
  <TitlesOfParts>
    <vt:vector size="18" baseType="lpstr">
      <vt:lpstr>Meiryo UI</vt:lpstr>
      <vt:lpstr>ＭＳ ゴシック</vt:lpstr>
      <vt:lpstr>Aptos</vt:lpstr>
      <vt:lpstr>Arial</vt:lpstr>
      <vt:lpstr>Avenir Next LT Pro Light</vt:lpstr>
      <vt:lpstr>Calibri</vt:lpstr>
      <vt:lpstr>キックオフ</vt:lpstr>
      <vt:lpstr>UFSハードウェア構造 基礎説明資料（ソフト理解の前提）</vt:lpstr>
      <vt:lpstr>eMMCからUFSへ</vt:lpstr>
      <vt:lpstr>eMMCとUFSの信号の違い</vt:lpstr>
      <vt:lpstr>Nandセルのデバイス構造</vt:lpstr>
      <vt:lpstr>多値制御回路</vt:lpstr>
      <vt:lpstr>NANDメモリの構成、ブロック、ページの概念</vt:lpstr>
      <vt:lpstr>リフレッシュの必要性</vt:lpstr>
      <vt:lpstr>ガベージコレクション</vt:lpstr>
      <vt:lpstr>バックグランドオペレーション(BKOPS)</vt:lpstr>
      <vt:lpstr>データキャッシュ</vt:lpstr>
      <vt:lpstr>PON（Power Off Notification）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hiroya.ito.j4s@jp.denso.com</dc:creator>
  <cp:lastModifiedBy>Hiroya Ito (伊藤 浩也)</cp:lastModifiedBy>
  <cp:revision>32</cp:revision>
  <dcterms:modified xsi:type="dcterms:W3CDTF">2026-07-14T10:05:54Z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ed1414a-99f2-46f9-bbe5-740af8d1b502_Enabled">
    <vt:lpwstr>true</vt:lpwstr>
  </property>
  <property fmtid="{D5CDD505-2E9C-101B-9397-08002B2CF9AE}" pid="3" name="MSIP_Label_7ed1414a-99f2-46f9-bbe5-740af8d1b502_SetDate">
    <vt:lpwstr>2026-07-13T05:40:33Z</vt:lpwstr>
  </property>
  <property fmtid="{D5CDD505-2E9C-101B-9397-08002B2CF9AE}" pid="4" name="MSIP_Label_7ed1414a-99f2-46f9-bbe5-740af8d1b502_Method">
    <vt:lpwstr>Standard</vt:lpwstr>
  </property>
  <property fmtid="{D5CDD505-2E9C-101B-9397-08002B2CF9AE}" pid="5" name="MSIP_Label_7ed1414a-99f2-46f9-bbe5-740af8d1b502_Name">
    <vt:lpwstr>G_MIP_Confidential_Standard</vt:lpwstr>
  </property>
  <property fmtid="{D5CDD505-2E9C-101B-9397-08002B2CF9AE}" pid="6" name="MSIP_Label_7ed1414a-99f2-46f9-bbe5-740af8d1b502_SiteId">
    <vt:lpwstr>69405920-b673-4f7c-8845-e124e9d08af2</vt:lpwstr>
  </property>
  <property fmtid="{D5CDD505-2E9C-101B-9397-08002B2CF9AE}" pid="7" name="MSIP_Label_7ed1414a-99f2-46f9-bbe5-740af8d1b502_ActionId">
    <vt:lpwstr>76824fd8-bf71-4bd5-8525-3d41c5feda8b</vt:lpwstr>
  </property>
  <property fmtid="{D5CDD505-2E9C-101B-9397-08002B2CF9AE}" pid="8" name="MSIP_Label_7ed1414a-99f2-46f9-bbe5-740af8d1b502_ContentBits">
    <vt:lpwstr>1</vt:lpwstr>
  </property>
  <property fmtid="{D5CDD505-2E9C-101B-9397-08002B2CF9AE}" pid="9" name="MSIP_Label_7ed1414a-99f2-46f9-bbe5-740af8d1b502_Tag">
    <vt:lpwstr>10, 3, 0, 1</vt:lpwstr>
  </property>
  <property fmtid="{D5CDD505-2E9C-101B-9397-08002B2CF9AE}" pid="10" name="ClassificationContentMarkingHeaderLocations">
    <vt:lpwstr>キックオフ:8</vt:lpwstr>
  </property>
  <property fmtid="{D5CDD505-2E9C-101B-9397-08002B2CF9AE}" pid="11" name="ClassificationContentMarkingHeaderText">
    <vt:lpwstr>CONFIDENTIAL</vt:lpwstr>
  </property>
</Properties>
</file>